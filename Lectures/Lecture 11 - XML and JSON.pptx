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4"/>
  </p:notesMasterIdLst>
  <p:handoutMasterIdLst>
    <p:handoutMasterId r:id="rId45"/>
  </p:handoutMasterIdLst>
  <p:sldIdLst>
    <p:sldId id="340" r:id="rId2"/>
    <p:sldId id="344" r:id="rId3"/>
    <p:sldId id="349" r:id="rId4"/>
    <p:sldId id="365" r:id="rId5"/>
    <p:sldId id="350" r:id="rId6"/>
    <p:sldId id="366" r:id="rId7"/>
    <p:sldId id="367" r:id="rId8"/>
    <p:sldId id="368" r:id="rId9"/>
    <p:sldId id="369" r:id="rId10"/>
    <p:sldId id="370" r:id="rId11"/>
    <p:sldId id="371" r:id="rId12"/>
    <p:sldId id="351" r:id="rId13"/>
    <p:sldId id="352" r:id="rId14"/>
    <p:sldId id="354" r:id="rId15"/>
    <p:sldId id="355" r:id="rId16"/>
    <p:sldId id="379" r:id="rId17"/>
    <p:sldId id="357" r:id="rId18"/>
    <p:sldId id="358" r:id="rId19"/>
    <p:sldId id="360" r:id="rId20"/>
    <p:sldId id="361" r:id="rId21"/>
    <p:sldId id="362" r:id="rId22"/>
    <p:sldId id="372" r:id="rId23"/>
    <p:sldId id="373" r:id="rId24"/>
    <p:sldId id="375" r:id="rId25"/>
    <p:sldId id="376" r:id="rId26"/>
    <p:sldId id="378" r:id="rId27"/>
    <p:sldId id="380" r:id="rId28"/>
    <p:sldId id="381" r:id="rId29"/>
    <p:sldId id="382" r:id="rId30"/>
    <p:sldId id="383" r:id="rId31"/>
    <p:sldId id="384" r:id="rId32"/>
    <p:sldId id="385" r:id="rId33"/>
    <p:sldId id="386" r:id="rId34"/>
    <p:sldId id="387" r:id="rId35"/>
    <p:sldId id="388" r:id="rId36"/>
    <p:sldId id="389" r:id="rId37"/>
    <p:sldId id="390" r:id="rId38"/>
    <p:sldId id="392" r:id="rId39"/>
    <p:sldId id="393" r:id="rId40"/>
    <p:sldId id="310" r:id="rId41"/>
    <p:sldId id="346" r:id="rId42"/>
    <p:sldId id="265" r:id="rId43"/>
  </p:sldIdLst>
  <p:sldSz cx="9144000" cy="6858000" type="screen4x3"/>
  <p:notesSz cx="6858000" cy="9144000"/>
  <p:defaultTextStyle>
    <a:defPPr>
      <a:defRPr lang="de-DE"/>
    </a:defPPr>
    <a:lvl1pPr marL="0" algn="l" defTabSz="914400" rtl="0" eaLnBrk="1" latinLnBrk="0" hangingPunct="1">
      <a:defRPr lang="de-DE" sz="1800" kern="1200">
        <a:solidFill>
          <a:schemeClr val="tx1"/>
        </a:solidFill>
        <a:latin typeface="Arial"/>
        <a:ea typeface="+mn-ea"/>
        <a:cs typeface="+mn-cs"/>
      </a:defRPr>
    </a:lvl1pPr>
    <a:lvl2pPr marL="457200" algn="l" defTabSz="914400" rtl="0" eaLnBrk="1" latinLnBrk="0" hangingPunct="1">
      <a:buClr>
        <a:srgbClr val="FDB913"/>
      </a:buClr>
      <a:buSzPct val="100000"/>
      <a:buFont typeface="wingdings"/>
      <a:buChar char=""/>
      <a:defRPr lang="de-DE" sz="1800" kern="1200">
        <a:solidFill>
          <a:schemeClr val="tx1"/>
        </a:solidFill>
        <a:latin typeface="Arial"/>
        <a:ea typeface="+mn-ea"/>
        <a:cs typeface="+mn-cs"/>
      </a:defRPr>
    </a:lvl2pPr>
    <a:lvl3pPr marL="914400" algn="l" defTabSz="914400" rtl="0" eaLnBrk="1" latinLnBrk="0" hangingPunct="1">
      <a:buClr>
        <a:srgbClr val="666666"/>
      </a:buClr>
      <a:buSzPct val="80000"/>
      <a:buFont typeface="Wingdings"/>
      <a:buChar char="n"/>
      <a:defRPr lang="de-DE" sz="1400" kern="1200">
        <a:solidFill>
          <a:schemeClr val="tx1"/>
        </a:solidFill>
        <a:latin typeface="Arial"/>
        <a:ea typeface="+mn-ea"/>
        <a:cs typeface="+mn-cs"/>
      </a:defRPr>
    </a:lvl3pPr>
    <a:lvl4pPr marL="1371600" algn="l" defTabSz="914400" rtl="0" eaLnBrk="1" latinLnBrk="0" hangingPunct="1">
      <a:buClr>
        <a:srgbClr val="666666"/>
      </a:buClr>
      <a:buSzPct val="80000"/>
      <a:buFont typeface="Arial"/>
      <a:buChar char=""/>
      <a:defRPr lang="de-DE" sz="1200" kern="1200">
        <a:solidFill>
          <a:schemeClr val="tx1"/>
        </a:solidFill>
        <a:latin typeface="Arial"/>
        <a:ea typeface="+mn-ea"/>
        <a:cs typeface="+mn-cs"/>
      </a:defRPr>
    </a:lvl4pPr>
    <a:lvl5pPr marL="1828800" algn="l" defTabSz="914400" rtl="0" eaLnBrk="1" latinLnBrk="0" hangingPunct="1">
      <a:buClr>
        <a:srgbClr val="666666"/>
      </a:buClr>
      <a:buSzPct val="80000"/>
      <a:buFont typeface="Arial"/>
      <a:buChar char=""/>
      <a:defRPr lang="de-DE" sz="1000" kern="1200">
        <a:solidFill>
          <a:schemeClr val="tx1"/>
        </a:solidFill>
        <a:latin typeface="Arial"/>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283"/>
    <a:srgbClr val="FF0000"/>
    <a:srgbClr val="666666"/>
    <a:srgbClr val="2B3F7B"/>
    <a:srgbClr val="9C277B"/>
    <a:srgbClr val="D4652D"/>
    <a:srgbClr val="9E3039"/>
    <a:srgbClr val="9999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2D5ABB26-0587-4C30-8999-92F81FD0307C}">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184" autoAdjust="0"/>
    <p:restoredTop sz="94690" autoAdjust="0"/>
  </p:normalViewPr>
  <p:slideViewPr>
    <p:cSldViewPr snapToGrid="0" showGuides="1">
      <p:cViewPr varScale="1">
        <p:scale>
          <a:sx n="123" d="100"/>
          <a:sy n="123" d="100"/>
        </p:scale>
        <p:origin x="-1530" y="-90"/>
      </p:cViewPr>
      <p:guideLst>
        <p:guide orient="horz" pos="4117"/>
        <p:guide orient="horz" pos="206"/>
        <p:guide orient="horz" pos="3834"/>
        <p:guide orient="horz" pos="1065"/>
        <p:guide orient="horz" pos="777"/>
        <p:guide pos="5556"/>
        <p:guide pos="206"/>
        <p:guide pos="2886"/>
      </p:guideLst>
    </p:cSldViewPr>
  </p:slideViewPr>
  <p:notesTextViewPr>
    <p:cViewPr>
      <p:scale>
        <a:sx n="100" d="100"/>
        <a:sy n="100" d="100"/>
      </p:scale>
      <p:origin x="0" y="0"/>
    </p:cViewPr>
  </p:notesTextViewPr>
  <p:sorterViewPr>
    <p:cViewPr>
      <p:scale>
        <a:sx n="100" d="100"/>
        <a:sy n="100" d="100"/>
      </p:scale>
      <p:origin x="0" y="0"/>
    </p:cViewPr>
  </p:sorterViewPr>
  <p:notesViewPr>
    <p:cSldViewPr snapToGrid="0" showGuides="1">
      <p:cViewPr varScale="1">
        <p:scale>
          <a:sx n="77" d="100"/>
          <a:sy n="77" d="100"/>
        </p:scale>
        <p:origin x="-2046" y="-8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1943100" y="8685213"/>
            <a:ext cx="2971800" cy="457200"/>
          </a:xfrm>
          <a:prstGeom prst="rect">
            <a:avLst/>
          </a:prstGeom>
        </p:spPr>
        <p:txBody>
          <a:bodyPr vert="horz" lIns="91440" tIns="45720" rIns="91440" bIns="45720" rtlCol="0" anchor="b"/>
          <a:lstStyle>
            <a:lvl1pPr algn="r">
              <a:defRPr sz="1200"/>
            </a:lvl1pPr>
          </a:lstStyle>
          <a:p>
            <a:pPr algn="ctr"/>
            <a:fld id="{47855BD9-AF71-426C-9B9B-B0E52B88852E}" type="slidenum">
              <a:rPr lang="de-DE" sz="1000" smtClean="0"/>
              <a:pPr algn="ctr"/>
              <a:t>‹#›</a:t>
            </a:fld>
            <a:endParaRPr lang="de-DE" sz="1000" dirty="0"/>
          </a:p>
        </p:txBody>
      </p:sp>
    </p:spTree>
    <p:extLst>
      <p:ext uri="{BB962C8B-B14F-4D97-AF65-F5344CB8AC3E}">
        <p14:creationId xmlns:p14="http://schemas.microsoft.com/office/powerpoint/2010/main" val="378067011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749300" y="390525"/>
            <a:ext cx="5359400" cy="4019550"/>
          </a:xfrm>
          <a:prstGeom prst="rect">
            <a:avLst/>
          </a:prstGeom>
          <a:noFill/>
          <a:ln w="12700">
            <a:solidFill>
              <a:prstClr val="black"/>
            </a:solidFill>
          </a:ln>
        </p:spPr>
        <p:txBody>
          <a:bodyPr vert="horz" lIns="91440" tIns="45720" rIns="91440" bIns="45720" rtlCol="0" anchor="ctr"/>
          <a:lstStyle/>
          <a:p>
            <a:endParaRPr lang="de-DE" dirty="0"/>
          </a:p>
        </p:txBody>
      </p:sp>
      <p:sp>
        <p:nvSpPr>
          <p:cNvPr id="5" name="Notes Placeholder 4"/>
          <p:cNvSpPr>
            <a:spLocks noGrp="1"/>
          </p:cNvSpPr>
          <p:nvPr>
            <p:ph type="body" sz="quarter" idx="3"/>
          </p:nvPr>
        </p:nvSpPr>
        <p:spPr>
          <a:xfrm>
            <a:off x="750600" y="4706112"/>
            <a:ext cx="5356800" cy="3939264"/>
          </a:xfrm>
          <a:prstGeom prst="rect">
            <a:avLst/>
          </a:prstGeom>
        </p:spPr>
        <p:txBody>
          <a:bodyPr vert="horz" lIns="0" tIns="0" rIns="0" bIns="0" rtlCol="0">
            <a:normAutofit/>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7" name="Slide Number Placeholder 6"/>
          <p:cNvSpPr>
            <a:spLocks noGrp="1"/>
          </p:cNvSpPr>
          <p:nvPr>
            <p:ph type="sldNum" sz="quarter" idx="5"/>
          </p:nvPr>
        </p:nvSpPr>
        <p:spPr>
          <a:xfrm>
            <a:off x="2957512" y="8915402"/>
            <a:ext cx="942976" cy="205358"/>
          </a:xfrm>
          <a:prstGeom prst="rect">
            <a:avLst/>
          </a:prstGeom>
        </p:spPr>
        <p:txBody>
          <a:bodyPr vert="horz" lIns="91440" tIns="45720" rIns="91440" bIns="45720" rtlCol="0" anchor="b"/>
          <a:lstStyle>
            <a:lvl1pPr algn="ctr">
              <a:defRPr sz="1000"/>
            </a:lvl1pPr>
          </a:lstStyle>
          <a:p>
            <a:fld id="{7D8C2C35-2B8A-446E-BEC0-FD36716C29AC}" type="slidenum">
              <a:rPr lang="de-DE" smtClean="0"/>
              <a:pPr/>
              <a:t>‹#›</a:t>
            </a:fld>
            <a:endParaRPr lang="de-DE" dirty="0"/>
          </a:p>
        </p:txBody>
      </p:sp>
    </p:spTree>
    <p:extLst>
      <p:ext uri="{BB962C8B-B14F-4D97-AF65-F5344CB8AC3E}">
        <p14:creationId xmlns:p14="http://schemas.microsoft.com/office/powerpoint/2010/main" val="19087484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270000" indent="-180000" algn="l" defTabSz="914400" rtl="0" eaLnBrk="1" latinLnBrk="0" hangingPunct="1">
      <a:buClr>
        <a:schemeClr val="accent1"/>
      </a:buClr>
      <a:buSzPct val="100000"/>
      <a:buFont typeface="Wingdings" pitchFamily="2" charset="2"/>
      <a:buChar char=""/>
      <a:defRPr sz="1200" kern="1200">
        <a:solidFill>
          <a:schemeClr val="tx1"/>
        </a:solidFill>
        <a:latin typeface="+mn-lt"/>
        <a:ea typeface="+mn-ea"/>
        <a:cs typeface="+mn-cs"/>
      </a:defRPr>
    </a:lvl2pPr>
    <a:lvl3pPr marL="449263" indent="-182563" algn="l" defTabSz="914400" rtl="0" eaLnBrk="1" latinLnBrk="0" hangingPunct="1">
      <a:buClr>
        <a:schemeClr val="accent2"/>
      </a:buClr>
      <a:buSzPct val="80000"/>
      <a:buFont typeface="Symbol" pitchFamily="18" charset="2"/>
      <a:buChar char="-"/>
      <a:defRPr sz="1000" kern="1200">
        <a:solidFill>
          <a:schemeClr val="tx1"/>
        </a:solidFill>
        <a:latin typeface="+mn-lt"/>
        <a:ea typeface="+mn-ea"/>
        <a:cs typeface="+mn-cs"/>
      </a:defRPr>
    </a:lvl3pPr>
    <a:lvl4pPr marL="566738" indent="-133350" algn="l" defTabSz="914400" rtl="0" eaLnBrk="1" latinLnBrk="0" hangingPunct="1">
      <a:buClr>
        <a:schemeClr val="accent2"/>
      </a:buClr>
      <a:buFont typeface="Arial" pitchFamily="34" charset="0"/>
      <a:buChar char="–"/>
      <a:defRPr sz="10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1</a:t>
            </a:fld>
            <a:endParaRPr lang="de-DE"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3</a:t>
            </a:fld>
            <a:endParaRPr lang="de-DE"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4</a:t>
            </a:fld>
            <a:endParaRPr lang="de-DE"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5</a:t>
            </a:fld>
            <a:endParaRPr lang="de-DE"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6</a:t>
            </a:fld>
            <a:endParaRPr lang="de-DE"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7</a:t>
            </a:fld>
            <a:endParaRPr lang="de-DE"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8</a:t>
            </a:fld>
            <a:endParaRPr lang="de-DE"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9</a:t>
            </a:fld>
            <a:endParaRPr lang="de-DE"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10</a:t>
            </a:fld>
            <a:endParaRPr lang="de-DE"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11</a:t>
            </a:fld>
            <a:endParaRPr lang="de-DE"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12</a:t>
            </a:fld>
            <a:endParaRPr lang="de-DE"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13</a:t>
            </a:fld>
            <a:endParaRPr lang="de-DE"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14</a:t>
            </a:fld>
            <a:endParaRPr lang="de-DE"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15</a:t>
            </a:fld>
            <a:endParaRPr lang="de-DE"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16</a:t>
            </a:fld>
            <a:endParaRPr lang="de-DE"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17</a:t>
            </a:fld>
            <a:endParaRPr lang="de-DE"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18</a:t>
            </a:fld>
            <a:endParaRPr lang="de-DE"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19</a:t>
            </a:fld>
            <a:endParaRPr lang="de-DE"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20</a:t>
            </a:fld>
            <a:endParaRPr lang="de-DE"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21</a:t>
            </a:fld>
            <a:endParaRPr lang="de-DE"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22</a:t>
            </a:fld>
            <a:endParaRPr lang="de-DE"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23</a:t>
            </a:fld>
            <a:endParaRPr lang="de-DE"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24</a:t>
            </a:fld>
            <a:endParaRPr lang="de-DE"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25</a:t>
            </a:fld>
            <a:endParaRPr lang="de-DE"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26</a:t>
            </a:fld>
            <a:endParaRPr lang="de-DE"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27</a:t>
            </a:fld>
            <a:endParaRPr lang="de-DE"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28</a:t>
            </a:fld>
            <a:endParaRPr lang="de-DE"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29</a:t>
            </a:fld>
            <a:endParaRPr lang="de-DE"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30</a:t>
            </a:fld>
            <a:endParaRPr lang="de-DE"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31</a:t>
            </a:fld>
            <a:endParaRPr lang="de-DE"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32</a:t>
            </a:fld>
            <a:endParaRPr lang="de-DE"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33</a:t>
            </a:fld>
            <a:endParaRPr lang="de-DE"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34</a:t>
            </a:fld>
            <a:endParaRPr lang="de-DE"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35</a:t>
            </a:fld>
            <a:endParaRPr lang="de-DE"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36</a:t>
            </a:fld>
            <a:endParaRPr lang="de-DE"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37</a:t>
            </a:fld>
            <a:endParaRPr lang="de-DE"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38</a:t>
            </a:fld>
            <a:endParaRPr lang="de-DE"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39</a:t>
            </a:fld>
            <a:endParaRPr lang="de-DE"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D8C2C35-2B8A-446E-BEC0-FD36716C29AC}" type="slidenum">
              <a:rPr lang="de-DE" smtClean="0"/>
              <a:pPr/>
              <a:t>40</a:t>
            </a:fld>
            <a:endParaRPr lang="de-DE"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7D8C2C35-2B8A-446E-BEC0-FD36716C29AC}" type="slidenum">
              <a:rPr lang="de-DE" smtClean="0"/>
              <a:pPr/>
              <a:t>42</a:t>
            </a:fld>
            <a:endParaRPr lang="de-DE" dirty="0"/>
          </a:p>
        </p:txBody>
      </p:sp>
      <p:sp>
        <p:nvSpPr>
          <p:cNvPr id="15" name="Slide Image Placeholder 14"/>
          <p:cNvSpPr>
            <a:spLocks noGrp="1" noRot="1" noChangeAspect="1"/>
          </p:cNvSpPr>
          <p:nvPr>
            <p:ph type="sldImg"/>
          </p:nvPr>
        </p:nvSpPr>
        <p:spPr/>
      </p:sp>
      <p:sp>
        <p:nvSpPr>
          <p:cNvPr id="16" name="Notes Placeholder 15"/>
          <p:cNvSpPr>
            <a:spLocks noGrp="1"/>
          </p:cNvSpPr>
          <p:nvPr>
            <p:ph type="body" idx="1"/>
          </p:nvPr>
        </p:nvSpPr>
        <p:spPr/>
        <p:txBody>
          <a:bodyPr>
            <a:normAutofit/>
          </a:bodyPr>
          <a:lstStyle/>
          <a:p>
            <a:endParaRPr lang="de-DE"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 short">
    <p:bg>
      <p:bgPr>
        <a:solidFill>
          <a:schemeClr val="accent1"/>
        </a:solidFill>
        <a:effectLst/>
      </p:bgPr>
    </p:bg>
    <p:spTree>
      <p:nvGrpSpPr>
        <p:cNvPr id="1" name=""/>
        <p:cNvGrpSpPr/>
        <p:nvPr/>
      </p:nvGrpSpPr>
      <p:grpSpPr>
        <a:xfrm>
          <a:off x="0" y="0"/>
          <a:ext cx="0" cy="0"/>
          <a:chOff x="0" y="0"/>
          <a:chExt cx="0" cy="0"/>
        </a:xfrm>
      </p:grpSpPr>
      <p:sp>
        <p:nvSpPr>
          <p:cNvPr id="3" name="Rectangle 2"/>
          <p:cNvSpPr/>
          <p:nvPr userDrawn="1"/>
        </p:nvSpPr>
        <p:spPr bwMode="gray">
          <a:xfrm>
            <a:off x="324000" y="-1"/>
            <a:ext cx="8496000" cy="2143126"/>
          </a:xfrm>
          <a:prstGeom prst="rect">
            <a:avLst/>
          </a:prstGeom>
          <a:solidFill>
            <a:schemeClr val="bg1">
              <a:alpha val="75000"/>
            </a:schemeClr>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b="0" i="0" u="none" strike="noStrike" kern="0" cap="none" spc="0" normalizeH="0" baseline="0" noProof="0" dirty="0" smtClean="0">
              <a:ln>
                <a:noFill/>
              </a:ln>
              <a:effectLst/>
              <a:uLnTx/>
              <a:uFillTx/>
              <a:ea typeface="Arial Unicode MS" pitchFamily="34" charset="-128"/>
              <a:cs typeface="Arial Unicode MS" pitchFamily="34" charset="-128"/>
            </a:endParaRPr>
          </a:p>
        </p:txBody>
      </p:sp>
      <p:sp>
        <p:nvSpPr>
          <p:cNvPr id="2" name="Title 1"/>
          <p:cNvSpPr>
            <a:spLocks noGrp="1"/>
          </p:cNvSpPr>
          <p:nvPr>
            <p:ph type="title" hasCustomPrompt="1"/>
          </p:nvPr>
        </p:nvSpPr>
        <p:spPr>
          <a:xfrm>
            <a:off x="414000" y="324000"/>
            <a:ext cx="8280000" cy="738000"/>
          </a:xfrm>
        </p:spPr>
        <p:txBody>
          <a:bodyPr anchor="t" anchorCtr="0">
            <a:noAutofit/>
          </a:bodyPr>
          <a:lstStyle>
            <a:lvl1pPr>
              <a:defRPr sz="4800">
                <a:solidFill>
                  <a:schemeClr val="tx1"/>
                </a:solidFill>
              </a:defRPr>
            </a:lvl1pPr>
          </a:lstStyle>
          <a:p>
            <a:r>
              <a:rPr lang="en-US" dirty="0" smtClean="0"/>
              <a:t>Short Presentation Title</a:t>
            </a:r>
            <a:endParaRPr lang="en-US" dirty="0"/>
          </a:p>
        </p:txBody>
      </p:sp>
      <p:pic>
        <p:nvPicPr>
          <p:cNvPr id="4" name="Picture 3" descr="SAP_grad_R_pref.pn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28613" y="6081713"/>
            <a:ext cx="916953" cy="454025"/>
          </a:xfrm>
          <a:prstGeom prst="rect">
            <a:avLst/>
          </a:prstGeom>
        </p:spPr>
      </p:pic>
      <p:sp>
        <p:nvSpPr>
          <p:cNvPr id="5" name="Rectangle 4"/>
          <p:cNvSpPr/>
          <p:nvPr userDrawn="1"/>
        </p:nvSpPr>
        <p:spPr bwMode="gray">
          <a:xfrm>
            <a:off x="324000" y="0"/>
            <a:ext cx="8496000" cy="162000"/>
          </a:xfrm>
          <a:prstGeom prst="rect">
            <a:avLst/>
          </a:prstGeom>
          <a:solidFill>
            <a:schemeClr val="accent1"/>
          </a:solidFill>
          <a:ln w="9525"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600" b="0" i="0" u="none" strike="noStrike" kern="0" cap="none" spc="0" normalizeH="0" baseline="0" noProof="0" dirty="0" err="1" smtClean="0">
              <a:ln>
                <a:noFill/>
              </a:ln>
              <a:effectLst/>
              <a:uLnTx/>
              <a:uFillTx/>
              <a:ea typeface="Arial Unicode MS" pitchFamily="34" charset="-128"/>
              <a:cs typeface="Arial Unicode MS" pitchFamily="34" charset="-128"/>
            </a:endParaRPr>
          </a:p>
        </p:txBody>
      </p:sp>
      <p:sp>
        <p:nvSpPr>
          <p:cNvPr id="6" name="Subtitle 2"/>
          <p:cNvSpPr>
            <a:spLocks noGrp="1"/>
          </p:cNvSpPr>
          <p:nvPr>
            <p:ph type="subTitle" idx="1" hasCustomPrompt="1"/>
          </p:nvPr>
        </p:nvSpPr>
        <p:spPr bwMode="gray">
          <a:xfrm>
            <a:off x="414000" y="1499870"/>
            <a:ext cx="6840000" cy="492443"/>
          </a:xfrm>
        </p:spPr>
        <p:txBody>
          <a:bodyPr anchor="t" anchorCtr="0">
            <a:noAutofit/>
          </a:bodyPr>
          <a:lstStyle>
            <a:lvl1pPr marL="0" marR="0" indent="0" algn="l" defTabSz="914400" rtl="0" eaLnBrk="1" fontAlgn="auto" latinLnBrk="0" hangingPunct="1">
              <a:lnSpc>
                <a:spcPct val="100000"/>
              </a:lnSpc>
              <a:spcBef>
                <a:spcPts val="0"/>
              </a:spcBef>
              <a:spcAft>
                <a:spcPts val="0"/>
              </a:spcAft>
              <a:buClr>
                <a:schemeClr val="accent1"/>
              </a:buClr>
              <a:buSzPct val="80000"/>
              <a:buFontTx/>
              <a:buNone/>
              <a:tabLst/>
              <a:defRPr sz="1600" b="0">
                <a:solidFill>
                  <a:sysClr val="windowText" lastClr="000000"/>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Speaker’s Name/Department (delete if not needed)</a:t>
            </a:r>
            <a:br>
              <a:rPr lang="en-US" dirty="0" smtClean="0"/>
            </a:br>
            <a:r>
              <a:rPr lang="en-US" dirty="0" smtClean="0"/>
              <a:t>Month 00, 2012</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 two lines">
    <p:bg>
      <p:bgPr>
        <a:solidFill>
          <a:schemeClr val="accent1"/>
        </a:solidFill>
        <a:effectLst/>
      </p:bgPr>
    </p:bg>
    <p:spTree>
      <p:nvGrpSpPr>
        <p:cNvPr id="1" name=""/>
        <p:cNvGrpSpPr/>
        <p:nvPr/>
      </p:nvGrpSpPr>
      <p:grpSpPr>
        <a:xfrm>
          <a:off x="0" y="0"/>
          <a:ext cx="0" cy="0"/>
          <a:chOff x="0" y="0"/>
          <a:chExt cx="0" cy="0"/>
        </a:xfrm>
      </p:grpSpPr>
      <p:sp>
        <p:nvSpPr>
          <p:cNvPr id="3" name="Rectangle 2"/>
          <p:cNvSpPr/>
          <p:nvPr userDrawn="1"/>
        </p:nvSpPr>
        <p:spPr bwMode="gray">
          <a:xfrm>
            <a:off x="324000" y="-1"/>
            <a:ext cx="8496000" cy="2143126"/>
          </a:xfrm>
          <a:prstGeom prst="rect">
            <a:avLst/>
          </a:prstGeom>
          <a:solidFill>
            <a:schemeClr val="bg1">
              <a:alpha val="75000"/>
            </a:schemeClr>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b="0" i="0" u="none" strike="noStrike" kern="0" cap="none" spc="0" normalizeH="0" baseline="0" noProof="0" dirty="0" smtClean="0">
              <a:ln>
                <a:noFill/>
              </a:ln>
              <a:effectLst/>
              <a:uLnTx/>
              <a:uFillTx/>
              <a:ea typeface="Arial Unicode MS" pitchFamily="34" charset="-128"/>
              <a:cs typeface="Arial Unicode MS" pitchFamily="34" charset="-128"/>
            </a:endParaRPr>
          </a:p>
        </p:txBody>
      </p:sp>
      <p:pic>
        <p:nvPicPr>
          <p:cNvPr id="4" name="Picture 3" descr="SAP_grad_R_pref.pn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28613" y="6081713"/>
            <a:ext cx="916953" cy="454025"/>
          </a:xfrm>
          <a:prstGeom prst="rect">
            <a:avLst/>
          </a:prstGeom>
        </p:spPr>
      </p:pic>
      <p:sp>
        <p:nvSpPr>
          <p:cNvPr id="5" name="Rectangle 4"/>
          <p:cNvSpPr/>
          <p:nvPr userDrawn="1"/>
        </p:nvSpPr>
        <p:spPr bwMode="gray">
          <a:xfrm>
            <a:off x="324000" y="0"/>
            <a:ext cx="8496000" cy="162000"/>
          </a:xfrm>
          <a:prstGeom prst="rect">
            <a:avLst/>
          </a:prstGeom>
          <a:solidFill>
            <a:schemeClr val="accent1"/>
          </a:solidFill>
          <a:ln w="9525"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600" b="0" i="0" u="none" strike="noStrike" kern="0" cap="none" spc="0" normalizeH="0" baseline="0" noProof="0" dirty="0" err="1" smtClean="0">
              <a:ln>
                <a:noFill/>
              </a:ln>
              <a:effectLst/>
              <a:uLnTx/>
              <a:uFillTx/>
              <a:ea typeface="Arial Unicode MS" pitchFamily="34" charset="-128"/>
              <a:cs typeface="Arial Unicode MS" pitchFamily="34" charset="-128"/>
            </a:endParaRPr>
          </a:p>
        </p:txBody>
      </p:sp>
      <p:sp>
        <p:nvSpPr>
          <p:cNvPr id="6" name="Subtitle 2"/>
          <p:cNvSpPr>
            <a:spLocks noGrp="1"/>
          </p:cNvSpPr>
          <p:nvPr>
            <p:ph type="subTitle" idx="1" hasCustomPrompt="1"/>
          </p:nvPr>
        </p:nvSpPr>
        <p:spPr bwMode="gray">
          <a:xfrm>
            <a:off x="414000" y="1499870"/>
            <a:ext cx="6840000" cy="492443"/>
          </a:xfrm>
        </p:spPr>
        <p:txBody>
          <a:bodyPr anchor="t" anchorCtr="0">
            <a:noAutofit/>
          </a:bodyPr>
          <a:lstStyle>
            <a:lvl1pPr marL="0" marR="0" indent="0" algn="l" defTabSz="914400" rtl="0" eaLnBrk="1" fontAlgn="auto" latinLnBrk="0" hangingPunct="1">
              <a:lnSpc>
                <a:spcPct val="100000"/>
              </a:lnSpc>
              <a:spcBef>
                <a:spcPts val="0"/>
              </a:spcBef>
              <a:spcAft>
                <a:spcPts val="0"/>
              </a:spcAft>
              <a:buClr>
                <a:schemeClr val="accent1"/>
              </a:buClr>
              <a:buSzPct val="80000"/>
              <a:buFontTx/>
              <a:buNone/>
              <a:tabLst/>
              <a:defRPr sz="1600" b="0">
                <a:solidFill>
                  <a:sysClr val="windowText" lastClr="000000"/>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Speaker’s Name/Department (delete if not needed)</a:t>
            </a:r>
            <a:br>
              <a:rPr lang="en-US" dirty="0" smtClean="0"/>
            </a:br>
            <a:r>
              <a:rPr lang="en-US" dirty="0" smtClean="0"/>
              <a:t>Month 00, 2012</a:t>
            </a:r>
          </a:p>
        </p:txBody>
      </p:sp>
      <p:sp>
        <p:nvSpPr>
          <p:cNvPr id="9" name="Title 1"/>
          <p:cNvSpPr>
            <a:spLocks noGrp="1"/>
          </p:cNvSpPr>
          <p:nvPr>
            <p:ph type="ctrTitle" hasCustomPrompt="1"/>
          </p:nvPr>
        </p:nvSpPr>
        <p:spPr bwMode="gray">
          <a:xfrm>
            <a:off x="414000" y="324000"/>
            <a:ext cx="8280000" cy="923330"/>
          </a:xfrm>
        </p:spPr>
        <p:txBody>
          <a:bodyPr anchor="t" anchorCtr="0">
            <a:noAutofit/>
          </a:bodyPr>
          <a:lstStyle>
            <a:lvl1pPr>
              <a:defRPr sz="3000">
                <a:solidFill>
                  <a:sysClr val="windowText" lastClr="000000"/>
                </a:solidFill>
                <a:latin typeface="+mj-lt"/>
              </a:defRPr>
            </a:lvl1pPr>
          </a:lstStyle>
          <a:p>
            <a:r>
              <a:rPr lang="en-US" sz="3000" dirty="0" smtClean="0"/>
              <a:t>Alternate Presentation Title</a:t>
            </a:r>
            <a:br>
              <a:rPr lang="en-US" sz="3000" dirty="0" smtClean="0"/>
            </a:br>
            <a:r>
              <a:rPr lang="en-US" sz="3000" dirty="0" smtClean="0"/>
              <a:t>Breaks to Two Lines</a:t>
            </a:r>
            <a:endParaRPr lang="de-DE"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 short">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14000" y="324000"/>
            <a:ext cx="8280000" cy="738000"/>
          </a:xfrm>
        </p:spPr>
        <p:txBody>
          <a:bodyPr anchor="t" anchorCtr="0">
            <a:noAutofit/>
          </a:bodyPr>
          <a:lstStyle>
            <a:lvl1pPr>
              <a:defRPr sz="4800">
                <a:solidFill>
                  <a:schemeClr val="tx1"/>
                </a:solidFill>
              </a:defRPr>
            </a:lvl1pPr>
          </a:lstStyle>
          <a:p>
            <a:r>
              <a:rPr lang="en-US" dirty="0" smtClean="0"/>
              <a:t>Short Presentation Title</a:t>
            </a:r>
            <a:endParaRPr lang="en-US" dirty="0"/>
          </a:p>
        </p:txBody>
      </p:sp>
      <p:pic>
        <p:nvPicPr>
          <p:cNvPr id="4" name="Picture 3" descr="SAP_grad_R_pref.pn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28613" y="6081713"/>
            <a:ext cx="916953" cy="454025"/>
          </a:xfrm>
          <a:prstGeom prst="rect">
            <a:avLst/>
          </a:prstGeom>
        </p:spPr>
      </p:pic>
      <p:sp>
        <p:nvSpPr>
          <p:cNvPr id="6" name="Subtitle 2"/>
          <p:cNvSpPr>
            <a:spLocks noGrp="1"/>
          </p:cNvSpPr>
          <p:nvPr>
            <p:ph type="subTitle" idx="1" hasCustomPrompt="1"/>
          </p:nvPr>
        </p:nvSpPr>
        <p:spPr bwMode="gray">
          <a:xfrm>
            <a:off x="414000" y="1499870"/>
            <a:ext cx="6840000" cy="492443"/>
          </a:xfrm>
        </p:spPr>
        <p:txBody>
          <a:bodyPr anchor="t" anchorCtr="0">
            <a:noAutofit/>
          </a:bodyPr>
          <a:lstStyle>
            <a:lvl1pPr marL="0" marR="0" indent="0" algn="l" defTabSz="914400" rtl="0" eaLnBrk="1" fontAlgn="auto" latinLnBrk="0" hangingPunct="1">
              <a:lnSpc>
                <a:spcPct val="100000"/>
              </a:lnSpc>
              <a:spcBef>
                <a:spcPts val="0"/>
              </a:spcBef>
              <a:spcAft>
                <a:spcPts val="0"/>
              </a:spcAft>
              <a:buClr>
                <a:schemeClr val="accent1"/>
              </a:buClr>
              <a:buSzPct val="80000"/>
              <a:buFontTx/>
              <a:buNone/>
              <a:tabLst/>
              <a:defRPr sz="1600" b="0">
                <a:solidFill>
                  <a:sysClr val="windowText" lastClr="000000"/>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Speaker’s Name/Department (delete if not needed)</a:t>
            </a:r>
            <a:br>
              <a:rPr lang="en-US" dirty="0" smtClean="0"/>
            </a:br>
            <a:r>
              <a:rPr lang="en-US" dirty="0" smtClean="0"/>
              <a:t>Month 00, 2012</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 two lines">
    <p:bg>
      <p:bgPr>
        <a:solidFill>
          <a:schemeClr val="accent1"/>
        </a:solidFill>
        <a:effectLst/>
      </p:bgPr>
    </p:bg>
    <p:spTree>
      <p:nvGrpSpPr>
        <p:cNvPr id="1" name=""/>
        <p:cNvGrpSpPr/>
        <p:nvPr/>
      </p:nvGrpSpPr>
      <p:grpSpPr>
        <a:xfrm>
          <a:off x="0" y="0"/>
          <a:ext cx="0" cy="0"/>
          <a:chOff x="0" y="0"/>
          <a:chExt cx="0" cy="0"/>
        </a:xfrm>
      </p:grpSpPr>
      <p:pic>
        <p:nvPicPr>
          <p:cNvPr id="4" name="Picture 3" descr="SAP_grad_R_pref.pn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28613" y="6081713"/>
            <a:ext cx="916953" cy="454025"/>
          </a:xfrm>
          <a:prstGeom prst="rect">
            <a:avLst/>
          </a:prstGeom>
        </p:spPr>
      </p:pic>
      <p:sp>
        <p:nvSpPr>
          <p:cNvPr id="6" name="Subtitle 2"/>
          <p:cNvSpPr>
            <a:spLocks noGrp="1"/>
          </p:cNvSpPr>
          <p:nvPr>
            <p:ph type="subTitle" idx="1" hasCustomPrompt="1"/>
          </p:nvPr>
        </p:nvSpPr>
        <p:spPr bwMode="gray">
          <a:xfrm>
            <a:off x="414000" y="1499870"/>
            <a:ext cx="6840000" cy="492443"/>
          </a:xfrm>
        </p:spPr>
        <p:txBody>
          <a:bodyPr anchor="t" anchorCtr="0">
            <a:noAutofit/>
          </a:bodyPr>
          <a:lstStyle>
            <a:lvl1pPr marL="0" marR="0" indent="0" algn="l" defTabSz="914400" rtl="0" eaLnBrk="1" fontAlgn="auto" latinLnBrk="0" hangingPunct="1">
              <a:lnSpc>
                <a:spcPct val="100000"/>
              </a:lnSpc>
              <a:spcBef>
                <a:spcPts val="0"/>
              </a:spcBef>
              <a:spcAft>
                <a:spcPts val="0"/>
              </a:spcAft>
              <a:buClr>
                <a:schemeClr val="accent1"/>
              </a:buClr>
              <a:buSzPct val="80000"/>
              <a:buFontTx/>
              <a:buNone/>
              <a:tabLst/>
              <a:defRPr sz="1600" b="0">
                <a:solidFill>
                  <a:sysClr val="windowText" lastClr="000000"/>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Speaker’s Name/Department (delete if not needed)</a:t>
            </a:r>
            <a:br>
              <a:rPr lang="en-US" dirty="0" smtClean="0"/>
            </a:br>
            <a:r>
              <a:rPr lang="en-US" dirty="0" smtClean="0"/>
              <a:t>Month 00, 2012</a:t>
            </a:r>
          </a:p>
        </p:txBody>
      </p:sp>
      <p:sp>
        <p:nvSpPr>
          <p:cNvPr id="9" name="Title 1"/>
          <p:cNvSpPr>
            <a:spLocks noGrp="1"/>
          </p:cNvSpPr>
          <p:nvPr>
            <p:ph type="ctrTitle" hasCustomPrompt="1"/>
          </p:nvPr>
        </p:nvSpPr>
        <p:spPr bwMode="gray">
          <a:xfrm>
            <a:off x="414000" y="324000"/>
            <a:ext cx="8280000" cy="923330"/>
          </a:xfrm>
        </p:spPr>
        <p:txBody>
          <a:bodyPr anchor="t" anchorCtr="0">
            <a:noAutofit/>
          </a:bodyPr>
          <a:lstStyle>
            <a:lvl1pPr>
              <a:defRPr sz="3000">
                <a:solidFill>
                  <a:sysClr val="windowText" lastClr="000000"/>
                </a:solidFill>
                <a:latin typeface="+mj-lt"/>
              </a:defRPr>
            </a:lvl1pPr>
          </a:lstStyle>
          <a:p>
            <a:r>
              <a:rPr lang="en-US" sz="3000" dirty="0" smtClean="0"/>
              <a:t>Alternate Presentation Title</a:t>
            </a:r>
            <a:br>
              <a:rPr lang="en-US" sz="3000" dirty="0" smtClean="0"/>
            </a:br>
            <a:r>
              <a:rPr lang="en-US" sz="3000" dirty="0" smtClean="0"/>
              <a:t>Breaks to Two Lines</a:t>
            </a:r>
            <a:endParaRPr lang="de-DE"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Divider Page">
    <p:bg bwMode="gray">
      <p:bgRef idx="1001">
        <a:schemeClr val="bg1"/>
      </p:bgRef>
    </p:bg>
    <p:spTree>
      <p:nvGrpSpPr>
        <p:cNvPr id="1" name=""/>
        <p:cNvGrpSpPr/>
        <p:nvPr/>
      </p:nvGrpSpPr>
      <p:grpSpPr>
        <a:xfrm>
          <a:off x="0" y="0"/>
          <a:ext cx="0" cy="0"/>
          <a:chOff x="0" y="0"/>
          <a:chExt cx="0" cy="0"/>
        </a:xfrm>
      </p:grpSpPr>
      <p:sp>
        <p:nvSpPr>
          <p:cNvPr id="9" name="Rectangle 8"/>
          <p:cNvSpPr/>
          <p:nvPr userDrawn="1"/>
        </p:nvSpPr>
        <p:spPr bwMode="gray">
          <a:xfrm>
            <a:off x="324150" y="0"/>
            <a:ext cx="8496000" cy="2295525"/>
          </a:xfrm>
          <a:prstGeom prst="rect">
            <a:avLst/>
          </a:prstGeom>
          <a:solidFill>
            <a:schemeClr val="accent1"/>
          </a:solidFill>
          <a:ln w="9525"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600" b="0" i="0" u="none" strike="noStrike" kern="0" cap="none" spc="0" normalizeH="0" baseline="0" noProof="0" dirty="0" err="1" smtClean="0">
              <a:ln>
                <a:noFill/>
              </a:ln>
              <a:effectLst/>
              <a:uLnTx/>
              <a:uFillTx/>
              <a:ea typeface="Arial Unicode MS" pitchFamily="34" charset="-128"/>
              <a:cs typeface="Arial Unicode MS" pitchFamily="34" charset="-128"/>
            </a:endParaRPr>
          </a:p>
        </p:txBody>
      </p:sp>
      <p:sp>
        <p:nvSpPr>
          <p:cNvPr id="2" name="Title 1"/>
          <p:cNvSpPr>
            <a:spLocks noGrp="1"/>
          </p:cNvSpPr>
          <p:nvPr>
            <p:ph type="ctrTitle" hasCustomPrompt="1"/>
          </p:nvPr>
        </p:nvSpPr>
        <p:spPr bwMode="gray">
          <a:xfrm>
            <a:off x="324000" y="2444400"/>
            <a:ext cx="8496000" cy="738664"/>
          </a:xfrm>
        </p:spPr>
        <p:txBody>
          <a:bodyPr anchor="t" anchorCtr="0">
            <a:noAutofit/>
          </a:bodyPr>
          <a:lstStyle>
            <a:lvl1pPr>
              <a:defRPr sz="4800">
                <a:solidFill>
                  <a:schemeClr val="tx1"/>
                </a:solidFill>
                <a:latin typeface="+mj-lt"/>
              </a:defRPr>
            </a:lvl1pPr>
          </a:lstStyle>
          <a:p>
            <a:r>
              <a:rPr lang="en-US" dirty="0" smtClean="0"/>
              <a:t>Divider page</a:t>
            </a:r>
            <a:endParaRPr lang="de-DE" dirty="0"/>
          </a:p>
        </p:txBody>
      </p:sp>
      <p:sp>
        <p:nvSpPr>
          <p:cNvPr id="93" name="Text Placeholder 92"/>
          <p:cNvSpPr>
            <a:spLocks noGrp="1"/>
          </p:cNvSpPr>
          <p:nvPr>
            <p:ph type="body" sz="quarter" idx="10" hasCustomPrompt="1"/>
          </p:nvPr>
        </p:nvSpPr>
        <p:spPr>
          <a:xfrm>
            <a:off x="324000" y="3506400"/>
            <a:ext cx="8496300" cy="620713"/>
          </a:xfrm>
        </p:spPr>
        <p:txBody>
          <a:bodyPr/>
          <a:lstStyle>
            <a:lvl1pPr>
              <a:spcBef>
                <a:spcPts val="1200"/>
              </a:spcBef>
              <a:defRPr sz="1600" b="0"/>
            </a:lvl1pPr>
          </a:lstStyle>
          <a:p>
            <a:r>
              <a:rPr lang="en-US" dirty="0" smtClean="0"/>
              <a:t>Subtitle if needed</a:t>
            </a:r>
          </a:p>
        </p:txBody>
      </p:sp>
      <p:pic>
        <p:nvPicPr>
          <p:cNvPr id="175" name="Picture 174" descr="SAP_grad_R_pref.pn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24000" y="6081713"/>
            <a:ext cx="916953" cy="454025"/>
          </a:xfrm>
          <a:prstGeom prst="rect">
            <a:avLst/>
          </a:prstGeom>
        </p:spPr>
      </p:pic>
    </p:spTree>
  </p:cSld>
  <p:clrMapOvr>
    <a:overrideClrMapping bg1="lt1" tx1="dk1" bg2="lt2" tx2="dk2" accent1="accent1" accent2="accent2" accent3="accent3" accent4="accent4" accent5="accent5" accent6="accent6" hlink="hlink" folHlink="folHlink"/>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Divider Page with picture">
    <p:bg bwMode="gray">
      <p:bgRef idx="1001">
        <a:schemeClr val="bg1"/>
      </p:bgRef>
    </p:bg>
    <p:spTree>
      <p:nvGrpSpPr>
        <p:cNvPr id="1" name=""/>
        <p:cNvGrpSpPr/>
        <p:nvPr/>
      </p:nvGrpSpPr>
      <p:grpSpPr>
        <a:xfrm>
          <a:off x="0" y="0"/>
          <a:ext cx="0" cy="0"/>
          <a:chOff x="0" y="0"/>
          <a:chExt cx="0" cy="0"/>
        </a:xfrm>
      </p:grpSpPr>
      <p:sp>
        <p:nvSpPr>
          <p:cNvPr id="8" name="Picture Placeholder 7"/>
          <p:cNvSpPr>
            <a:spLocks noGrp="1"/>
          </p:cNvSpPr>
          <p:nvPr>
            <p:ph type="pic" sz="quarter" idx="11"/>
          </p:nvPr>
        </p:nvSpPr>
        <p:spPr>
          <a:xfrm>
            <a:off x="324000" y="162000"/>
            <a:ext cx="8496000" cy="2134800"/>
          </a:xfrm>
          <a:solidFill>
            <a:schemeClr val="bg1">
              <a:lumMod val="95000"/>
            </a:schemeClr>
          </a:solidFill>
        </p:spPr>
        <p:txBody>
          <a:bodyPr tIns="504000" anchor="t" anchorCtr="0"/>
          <a:lstStyle>
            <a:lvl1pPr algn="ctr">
              <a:defRPr b="0"/>
            </a:lvl1pPr>
          </a:lstStyle>
          <a:p>
            <a:r>
              <a:rPr lang="en-US" smtClean="0"/>
              <a:t>Click icon to add picture</a:t>
            </a:r>
            <a:endParaRPr lang="en-US"/>
          </a:p>
        </p:txBody>
      </p:sp>
      <p:sp>
        <p:nvSpPr>
          <p:cNvPr id="2" name="Title 1"/>
          <p:cNvSpPr>
            <a:spLocks noGrp="1"/>
          </p:cNvSpPr>
          <p:nvPr>
            <p:ph type="ctrTitle" hasCustomPrompt="1"/>
          </p:nvPr>
        </p:nvSpPr>
        <p:spPr bwMode="gray">
          <a:xfrm>
            <a:off x="324000" y="2444400"/>
            <a:ext cx="8496000" cy="738664"/>
          </a:xfrm>
        </p:spPr>
        <p:txBody>
          <a:bodyPr anchor="t" anchorCtr="0">
            <a:noAutofit/>
          </a:bodyPr>
          <a:lstStyle>
            <a:lvl1pPr>
              <a:defRPr sz="4800">
                <a:solidFill>
                  <a:schemeClr val="tx1"/>
                </a:solidFill>
                <a:latin typeface="+mj-lt"/>
              </a:defRPr>
            </a:lvl1pPr>
          </a:lstStyle>
          <a:p>
            <a:r>
              <a:rPr lang="en-US" dirty="0" smtClean="0"/>
              <a:t>Divider page</a:t>
            </a:r>
            <a:endParaRPr lang="de-DE" dirty="0"/>
          </a:p>
        </p:txBody>
      </p:sp>
      <p:sp>
        <p:nvSpPr>
          <p:cNvPr id="12" name="Rectangle 11"/>
          <p:cNvSpPr/>
          <p:nvPr userDrawn="1"/>
        </p:nvSpPr>
        <p:spPr bwMode="gray">
          <a:xfrm>
            <a:off x="324000" y="0"/>
            <a:ext cx="8496000" cy="162000"/>
          </a:xfrm>
          <a:prstGeom prst="rect">
            <a:avLst/>
          </a:prstGeom>
          <a:solidFill>
            <a:schemeClr val="accent1"/>
          </a:solidFill>
          <a:ln w="9525"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600" b="0" i="0" u="none" strike="noStrike" kern="0" cap="none" spc="0" normalizeH="0" baseline="0" noProof="0" dirty="0" err="1" smtClean="0">
              <a:ln>
                <a:noFill/>
              </a:ln>
              <a:effectLst/>
              <a:uLnTx/>
              <a:uFillTx/>
              <a:ea typeface="Arial Unicode MS" pitchFamily="34" charset="-128"/>
              <a:cs typeface="Arial Unicode MS" pitchFamily="34" charset="-128"/>
            </a:endParaRPr>
          </a:p>
        </p:txBody>
      </p:sp>
      <p:sp>
        <p:nvSpPr>
          <p:cNvPr id="93" name="Text Placeholder 92"/>
          <p:cNvSpPr>
            <a:spLocks noGrp="1"/>
          </p:cNvSpPr>
          <p:nvPr>
            <p:ph type="body" sz="quarter" idx="10" hasCustomPrompt="1"/>
          </p:nvPr>
        </p:nvSpPr>
        <p:spPr>
          <a:xfrm>
            <a:off x="324000" y="3506400"/>
            <a:ext cx="8496300" cy="620713"/>
          </a:xfrm>
        </p:spPr>
        <p:txBody>
          <a:bodyPr/>
          <a:lstStyle>
            <a:lvl1pPr>
              <a:spcBef>
                <a:spcPts val="1200"/>
              </a:spcBef>
              <a:defRPr sz="1600" b="0"/>
            </a:lvl1pPr>
          </a:lstStyle>
          <a:p>
            <a:r>
              <a:rPr lang="en-US" dirty="0" smtClean="0"/>
              <a:t>Subtitle if needed</a:t>
            </a:r>
          </a:p>
        </p:txBody>
      </p:sp>
      <p:pic>
        <p:nvPicPr>
          <p:cNvPr id="175" name="Picture 174" descr="SAP_grad_R_pref.pn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24000" y="6081713"/>
            <a:ext cx="916953" cy="454025"/>
          </a:xfrm>
          <a:prstGeom prst="rect">
            <a:avLst/>
          </a:prstGeom>
        </p:spPr>
      </p:pic>
    </p:spTree>
  </p:cSld>
  <p:clrMapOvr>
    <a:overrideClrMapping bg1="lt1" tx1="dk1" bg2="lt2" tx2="dk2" accent1="accent1" accent2="accent2" accent3="accent3" accent4="accent4" accent5="accent5" accent6="accent6" hlink="hlink" folHlink="folHlink"/>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Contact / Thank You">
    <p:bg bwMode="gray">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bwMode="gray">
          <a:xfrm>
            <a:off x="324000" y="2444400"/>
            <a:ext cx="8496000" cy="738664"/>
          </a:xfrm>
        </p:spPr>
        <p:txBody>
          <a:bodyPr anchor="t" anchorCtr="0">
            <a:noAutofit/>
          </a:bodyPr>
          <a:lstStyle>
            <a:lvl1pPr>
              <a:defRPr sz="4800">
                <a:solidFill>
                  <a:schemeClr val="tx1"/>
                </a:solidFill>
                <a:latin typeface="+mj-lt"/>
              </a:defRPr>
            </a:lvl1pPr>
          </a:lstStyle>
          <a:p>
            <a:r>
              <a:rPr lang="en-US" dirty="0" smtClean="0"/>
              <a:t>Thank you</a:t>
            </a:r>
            <a:endParaRPr lang="de-DE" dirty="0"/>
          </a:p>
        </p:txBody>
      </p:sp>
      <p:sp>
        <p:nvSpPr>
          <p:cNvPr id="12" name="Rectangle 11"/>
          <p:cNvSpPr/>
          <p:nvPr userDrawn="1"/>
        </p:nvSpPr>
        <p:spPr bwMode="gray">
          <a:xfrm>
            <a:off x="324000" y="0"/>
            <a:ext cx="8496000" cy="162000"/>
          </a:xfrm>
          <a:prstGeom prst="rect">
            <a:avLst/>
          </a:prstGeom>
          <a:solidFill>
            <a:schemeClr val="accent1"/>
          </a:solidFill>
          <a:ln w="9525"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600" b="0" i="0" u="none" strike="noStrike" kern="0" cap="none" spc="0" normalizeH="0" baseline="0" noProof="0" dirty="0" err="1" smtClean="0">
              <a:ln>
                <a:noFill/>
              </a:ln>
              <a:effectLst/>
              <a:uLnTx/>
              <a:uFillTx/>
              <a:ea typeface="Arial Unicode MS" pitchFamily="34" charset="-128"/>
              <a:cs typeface="Arial Unicode MS" pitchFamily="34" charset="-128"/>
            </a:endParaRPr>
          </a:p>
        </p:txBody>
      </p:sp>
      <p:sp>
        <p:nvSpPr>
          <p:cNvPr id="93" name="Text Placeholder 92"/>
          <p:cNvSpPr>
            <a:spLocks noGrp="1"/>
          </p:cNvSpPr>
          <p:nvPr>
            <p:ph type="body" sz="quarter" idx="10" hasCustomPrompt="1"/>
          </p:nvPr>
        </p:nvSpPr>
        <p:spPr>
          <a:xfrm>
            <a:off x="324000" y="4604385"/>
            <a:ext cx="8496300" cy="1477328"/>
          </a:xfrm>
        </p:spPr>
        <p:txBody>
          <a:bodyPr anchor="b" anchorCtr="0">
            <a:noAutofit/>
          </a:bodyPr>
          <a:lstStyle>
            <a:lvl1pPr>
              <a:spcBef>
                <a:spcPts val="0"/>
              </a:spcBef>
              <a:defRPr sz="1600" b="0"/>
            </a:lvl1pPr>
          </a:lstStyle>
          <a:p>
            <a:r>
              <a:rPr lang="en-US" dirty="0" smtClean="0"/>
              <a:t>Contact information:</a:t>
            </a:r>
          </a:p>
          <a:p>
            <a:endParaRPr lang="en-US" dirty="0" smtClean="0"/>
          </a:p>
          <a:p>
            <a:r>
              <a:rPr lang="en-US" dirty="0" smtClean="0"/>
              <a:t>F name MI. L name</a:t>
            </a:r>
          </a:p>
          <a:p>
            <a:r>
              <a:rPr lang="en-US" dirty="0" smtClean="0"/>
              <a:t>Title</a:t>
            </a:r>
          </a:p>
          <a:p>
            <a:r>
              <a:rPr lang="en-US" dirty="0" smtClean="0"/>
              <a:t>Address</a:t>
            </a:r>
          </a:p>
          <a:p>
            <a:r>
              <a:rPr lang="en-US" dirty="0" smtClean="0"/>
              <a:t>Phone number</a:t>
            </a:r>
          </a:p>
        </p:txBody>
      </p:sp>
      <p:pic>
        <p:nvPicPr>
          <p:cNvPr id="175" name="Picture 174" descr="SAP_grad_R_pref.pn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24000" y="478631"/>
            <a:ext cx="1832305" cy="907257"/>
          </a:xfrm>
          <a:prstGeom prst="rect">
            <a:avLst/>
          </a:prstGeom>
        </p:spPr>
      </p:pic>
    </p:spTree>
  </p:cSld>
  <p:clrMapOvr>
    <a:overrideClrMapping bg1="lt1" tx1="dk1" bg2="lt2" tx2="dk2" accent1="accent1" accent2="accent2" accent3="accent3" accent4="accent4" accent5="accent5" accent6="accent6" hlink="hlink" folHlink="folHlink"/>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genda">
    <p:bg bwMode="gray">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smtClean="0"/>
              <a:t>&lt;Agenda&gt;</a:t>
            </a:r>
            <a:endParaRPr lang="en-US" dirty="0"/>
          </a:p>
        </p:txBody>
      </p:sp>
      <p:sp>
        <p:nvSpPr>
          <p:cNvPr id="4" name="Text Placeholder 3"/>
          <p:cNvSpPr>
            <a:spLocks noGrp="1"/>
          </p:cNvSpPr>
          <p:nvPr>
            <p:ph type="body" sz="quarter" idx="10" hasCustomPrompt="1"/>
          </p:nvPr>
        </p:nvSpPr>
        <p:spPr>
          <a:xfrm>
            <a:off x="324000" y="1692000"/>
            <a:ext cx="8494713" cy="3831818"/>
          </a:xfrm>
        </p:spPr>
        <p:txBody>
          <a:bodyPr>
            <a:noAutofit/>
          </a:bodyPr>
          <a:lstStyle>
            <a:lvl1pPr marL="0" marR="0" indent="0" algn="l" defTabSz="914400" rtl="0" eaLnBrk="1" fontAlgn="auto" latinLnBrk="0" hangingPunct="1">
              <a:lnSpc>
                <a:spcPct val="100000"/>
              </a:lnSpc>
              <a:spcBef>
                <a:spcPts val="1200"/>
              </a:spcBef>
              <a:spcAft>
                <a:spcPts val="0"/>
              </a:spcAft>
              <a:buClr>
                <a:schemeClr val="accent1"/>
              </a:buClr>
              <a:buSzPct val="80000"/>
              <a:buFontTx/>
              <a:buNone/>
              <a:tabLst/>
              <a:defRPr b="0"/>
            </a:lvl1pPr>
            <a:lvl2pPr marL="180000" marR="0" indent="-180000" algn="l" defTabSz="914400" rtl="0" eaLnBrk="1" fontAlgn="auto" latinLnBrk="0" hangingPunct="1">
              <a:lnSpc>
                <a:spcPct val="100000"/>
              </a:lnSpc>
              <a:spcBef>
                <a:spcPts val="600"/>
              </a:spcBef>
              <a:spcAft>
                <a:spcPts val="0"/>
              </a:spcAft>
              <a:buClr>
                <a:schemeClr val="accent1"/>
              </a:buClr>
              <a:buSzPct val="100000"/>
              <a:buFont typeface="Wingdings" pitchFamily="2" charset="2"/>
              <a:buChar char=""/>
              <a:tabLst/>
              <a:defRPr/>
            </a:lvl2pPr>
            <a:lvl3pPr marL="360000" marR="0" indent="-180975" algn="l" defTabSz="914400" rtl="0" eaLnBrk="1" fontAlgn="auto" latinLnBrk="0" hangingPunct="1">
              <a:lnSpc>
                <a:spcPct val="100000"/>
              </a:lnSpc>
              <a:spcBef>
                <a:spcPts val="600"/>
              </a:spcBef>
              <a:spcAft>
                <a:spcPts val="0"/>
              </a:spcAft>
              <a:buClr>
                <a:schemeClr val="accent2"/>
              </a:buClr>
              <a:buSzPct val="100000"/>
              <a:buFont typeface="Arial" pitchFamily="34" charset="0"/>
              <a:buChar char="–"/>
              <a:tabLst/>
              <a:defRPr/>
            </a:lvl3pPr>
            <a:lvl4pPr marL="533400" marR="0" indent="-177800" algn="l" defTabSz="914400" rtl="0" eaLnBrk="1" fontAlgn="auto" latinLnBrk="0" hangingPunct="1">
              <a:lnSpc>
                <a:spcPct val="100000"/>
              </a:lnSpc>
              <a:spcBef>
                <a:spcPts val="600"/>
              </a:spcBef>
              <a:spcAft>
                <a:spcPts val="0"/>
              </a:spcAft>
              <a:buClr>
                <a:schemeClr val="accent2"/>
              </a:buClr>
              <a:buSzPct val="100000"/>
              <a:buFont typeface="Arial" pitchFamily="34" charset="0"/>
              <a:buChar char="–"/>
              <a:tabLst/>
              <a:defRPr sz="1600"/>
            </a:lvl4pPr>
            <a:lvl5pPr marL="540000">
              <a:buClr>
                <a:schemeClr val="accent2"/>
              </a:buClr>
              <a:buFont typeface="Courier New" pitchFamily="49" charset="0"/>
              <a:buChar char="o"/>
              <a:defRPr/>
            </a:lvl5pPr>
          </a:lstStyle>
          <a:p>
            <a:pPr lvl="0"/>
            <a:r>
              <a:rPr lang="en-US" dirty="0" smtClean="0"/>
              <a:t>Agenda Item/Divider Headline</a:t>
            </a:r>
          </a:p>
          <a:p>
            <a:pPr lvl="1"/>
            <a:r>
              <a:rPr lang="en-US" dirty="0" smtClean="0"/>
              <a:t>Details</a:t>
            </a:r>
          </a:p>
          <a:p>
            <a:pPr lvl="2"/>
            <a:r>
              <a:rPr lang="en-US" dirty="0" smtClean="0"/>
              <a:t>Third Level</a:t>
            </a:r>
          </a:p>
          <a:p>
            <a:pPr lvl="4"/>
            <a:r>
              <a:rPr lang="en-US" dirty="0" smtClean="0"/>
              <a:t>Fourth Level</a:t>
            </a:r>
          </a:p>
          <a:p>
            <a:endParaRPr lang="en-US" dirty="0" smtClean="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p:txBody>
          <a:bodyPr/>
          <a:lstStyle>
            <a:lvl1pPr>
              <a:defRPr/>
            </a:lvl1pPr>
          </a:lstStyle>
          <a:p>
            <a:r>
              <a:rPr lang="en-US" noProof="0" dirty="0" smtClean="0"/>
              <a:t>Insert page title</a:t>
            </a:r>
            <a:endParaRPr lang="de-DE"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Tex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noProof="0" dirty="0" smtClean="0"/>
              <a:t>Insert page title</a:t>
            </a:r>
            <a:endParaRPr lang="en-US" dirty="0"/>
          </a:p>
        </p:txBody>
      </p:sp>
      <p:sp>
        <p:nvSpPr>
          <p:cNvPr id="4" name="Text Placeholder 3"/>
          <p:cNvSpPr>
            <a:spLocks noGrp="1"/>
          </p:cNvSpPr>
          <p:nvPr>
            <p:ph type="body" sz="quarter" idx="10" hasCustomPrompt="1"/>
          </p:nvPr>
        </p:nvSpPr>
        <p:spPr>
          <a:xfrm>
            <a:off x="324000" y="1690687"/>
            <a:ext cx="8494713" cy="4391026"/>
          </a:xfrm>
        </p:spPr>
        <p:txBody>
          <a:bodyPr/>
          <a:lstStyle>
            <a:lvl1pPr>
              <a:defRPr/>
            </a:lvl1pPr>
          </a:lstStyle>
          <a:p>
            <a:pPr lvl="0"/>
            <a:r>
              <a:rPr lang="en-US" noProof="0" dirty="0" smtClean="0"/>
              <a:t>First level</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ext: 2 columns">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noProof="0" dirty="0" smtClean="0"/>
              <a:t>Insert page title</a:t>
            </a:r>
            <a:endParaRPr lang="en-US" dirty="0"/>
          </a:p>
        </p:txBody>
      </p:sp>
      <p:sp>
        <p:nvSpPr>
          <p:cNvPr id="4" name="Text Placeholder 3"/>
          <p:cNvSpPr>
            <a:spLocks noGrp="1"/>
          </p:cNvSpPr>
          <p:nvPr>
            <p:ph type="body" sz="quarter" idx="10" hasCustomPrompt="1"/>
          </p:nvPr>
        </p:nvSpPr>
        <p:spPr>
          <a:xfrm>
            <a:off x="324000" y="1691999"/>
            <a:ext cx="4165200" cy="4392000"/>
          </a:xfrm>
        </p:spPr>
        <p:txBody>
          <a:bodyPr/>
          <a:lstStyle>
            <a:lvl1pPr>
              <a:defRPr/>
            </a:lvl1pPr>
          </a:lstStyle>
          <a:p>
            <a:pPr lvl="0"/>
            <a:r>
              <a:rPr lang="en-US" noProof="0" dirty="0" smtClean="0"/>
              <a:t>First level</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3"/>
          <p:cNvSpPr>
            <a:spLocks noGrp="1"/>
          </p:cNvSpPr>
          <p:nvPr>
            <p:ph type="body" sz="quarter" idx="11" hasCustomPrompt="1"/>
          </p:nvPr>
        </p:nvSpPr>
        <p:spPr>
          <a:xfrm>
            <a:off x="4654800" y="1691999"/>
            <a:ext cx="4165200" cy="4392000"/>
          </a:xfrm>
        </p:spPr>
        <p:txBody>
          <a:bodyPr/>
          <a:lstStyle>
            <a:lvl1pPr>
              <a:defRPr/>
            </a:lvl1pPr>
          </a:lstStyle>
          <a:p>
            <a:pPr lvl="0"/>
            <a:r>
              <a:rPr lang="en-US" noProof="0" dirty="0" smtClean="0"/>
              <a:t>First level</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Text: 3 column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24000" y="324000"/>
            <a:ext cx="8496000" cy="756000"/>
          </a:xfrm>
        </p:spPr>
        <p:txBody>
          <a:bodyPr/>
          <a:lstStyle/>
          <a:p>
            <a:r>
              <a:rPr lang="en-US" noProof="0" dirty="0" smtClean="0"/>
              <a:t>Insert page title</a:t>
            </a:r>
            <a:endParaRPr lang="en-US" dirty="0"/>
          </a:p>
        </p:txBody>
      </p:sp>
      <p:sp>
        <p:nvSpPr>
          <p:cNvPr id="4" name="Text Placeholder 3"/>
          <p:cNvSpPr>
            <a:spLocks noGrp="1"/>
          </p:cNvSpPr>
          <p:nvPr>
            <p:ph type="body" sz="quarter" idx="10" hasCustomPrompt="1"/>
          </p:nvPr>
        </p:nvSpPr>
        <p:spPr>
          <a:xfrm>
            <a:off x="324000" y="1691999"/>
            <a:ext cx="2721600" cy="4392000"/>
          </a:xfrm>
        </p:spPr>
        <p:txBody>
          <a:bodyPr/>
          <a:lstStyle>
            <a:lvl1pPr>
              <a:defRPr/>
            </a:lvl1pPr>
          </a:lstStyle>
          <a:p>
            <a:pPr lvl="0"/>
            <a:r>
              <a:rPr lang="en-US" noProof="0" dirty="0" smtClean="0"/>
              <a:t>First level</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3"/>
          <p:cNvSpPr>
            <a:spLocks noGrp="1"/>
          </p:cNvSpPr>
          <p:nvPr>
            <p:ph type="body" sz="quarter" idx="11" hasCustomPrompt="1"/>
          </p:nvPr>
        </p:nvSpPr>
        <p:spPr>
          <a:xfrm>
            <a:off x="6098400" y="1691999"/>
            <a:ext cx="2721600" cy="4392000"/>
          </a:xfrm>
        </p:spPr>
        <p:txBody>
          <a:bodyPr/>
          <a:lstStyle>
            <a:lvl1pPr>
              <a:defRPr/>
            </a:lvl1pPr>
          </a:lstStyle>
          <a:p>
            <a:pPr lvl="0"/>
            <a:r>
              <a:rPr lang="en-US" noProof="0" dirty="0" smtClean="0"/>
              <a:t>First level</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Text Placeholder 3"/>
          <p:cNvSpPr>
            <a:spLocks noGrp="1"/>
          </p:cNvSpPr>
          <p:nvPr>
            <p:ph type="body" sz="quarter" idx="12" hasCustomPrompt="1"/>
          </p:nvPr>
        </p:nvSpPr>
        <p:spPr>
          <a:xfrm>
            <a:off x="3220725" y="1691999"/>
            <a:ext cx="2721600" cy="4392000"/>
          </a:xfrm>
        </p:spPr>
        <p:txBody>
          <a:bodyPr/>
          <a:lstStyle>
            <a:lvl1pPr>
              <a:defRPr/>
            </a:lvl1pPr>
          </a:lstStyle>
          <a:p>
            <a:pPr lvl="0"/>
            <a:r>
              <a:rPr lang="en-US" noProof="0" dirty="0" smtClean="0"/>
              <a:t>First level</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and Text with picture right 1">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p:txBody>
          <a:bodyPr/>
          <a:lstStyle>
            <a:lvl1pPr>
              <a:defRPr/>
            </a:lvl1pPr>
          </a:lstStyle>
          <a:p>
            <a:r>
              <a:rPr lang="en-US" noProof="0" dirty="0" smtClean="0"/>
              <a:t>Insert page title</a:t>
            </a:r>
            <a:endParaRPr lang="de-DE" dirty="0"/>
          </a:p>
        </p:txBody>
      </p:sp>
      <p:sp>
        <p:nvSpPr>
          <p:cNvPr id="5" name="Picture Placeholder 4"/>
          <p:cNvSpPr>
            <a:spLocks noGrp="1"/>
          </p:cNvSpPr>
          <p:nvPr>
            <p:ph type="pic" sz="quarter" idx="10"/>
          </p:nvPr>
        </p:nvSpPr>
        <p:spPr bwMode="gray">
          <a:xfrm>
            <a:off x="5745600" y="1690687"/>
            <a:ext cx="3078000" cy="4391025"/>
          </a:xfrm>
          <a:solidFill>
            <a:schemeClr val="bg1">
              <a:lumMod val="95000"/>
            </a:schemeClr>
          </a:solidFill>
        </p:spPr>
        <p:txBody>
          <a:bodyPr tIns="1296000" anchor="t" anchorCtr="0"/>
          <a:lstStyle>
            <a:lvl1pPr algn="ctr">
              <a:defRPr b="0"/>
            </a:lvl1pPr>
          </a:lstStyle>
          <a:p>
            <a:r>
              <a:rPr lang="en-US" smtClean="0"/>
              <a:t>Click icon to add picture</a:t>
            </a:r>
            <a:endParaRPr lang="de-DE" dirty="0"/>
          </a:p>
        </p:txBody>
      </p:sp>
      <p:sp>
        <p:nvSpPr>
          <p:cNvPr id="7" name="Text Placeholder 6"/>
          <p:cNvSpPr>
            <a:spLocks noGrp="1"/>
          </p:cNvSpPr>
          <p:nvPr>
            <p:ph type="body" sz="quarter" idx="11" hasCustomPrompt="1"/>
          </p:nvPr>
        </p:nvSpPr>
        <p:spPr bwMode="gray">
          <a:xfrm>
            <a:off x="324000" y="1690687"/>
            <a:ext cx="5238000" cy="4391025"/>
          </a:xfrm>
        </p:spPr>
        <p:txBody>
          <a:bodyPr/>
          <a:lstStyle>
            <a:lvl1pPr>
              <a:defRPr/>
            </a:lvl1pPr>
          </a:lstStyle>
          <a:p>
            <a:pPr lvl="0"/>
            <a:r>
              <a:rPr lang="en-US" noProof="0" dirty="0" smtClean="0"/>
              <a:t>First level</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de-DE"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and Text with picture right 2">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p:txBody>
          <a:bodyPr/>
          <a:lstStyle>
            <a:lvl1pPr>
              <a:defRPr/>
            </a:lvl1pPr>
          </a:lstStyle>
          <a:p>
            <a:r>
              <a:rPr lang="en-US" noProof="0" dirty="0" smtClean="0"/>
              <a:t>Insert page title</a:t>
            </a:r>
            <a:endParaRPr lang="de-DE" dirty="0"/>
          </a:p>
        </p:txBody>
      </p:sp>
      <p:sp>
        <p:nvSpPr>
          <p:cNvPr id="5" name="Picture Placeholder 4"/>
          <p:cNvSpPr>
            <a:spLocks noGrp="1"/>
          </p:cNvSpPr>
          <p:nvPr>
            <p:ph type="pic" sz="quarter" idx="10"/>
          </p:nvPr>
        </p:nvSpPr>
        <p:spPr bwMode="gray">
          <a:xfrm>
            <a:off x="4654800" y="1692000"/>
            <a:ext cx="4165200" cy="4392000"/>
          </a:xfrm>
          <a:solidFill>
            <a:schemeClr val="bg1">
              <a:lumMod val="95000"/>
            </a:schemeClr>
          </a:solidFill>
        </p:spPr>
        <p:txBody>
          <a:bodyPr vert="horz" lIns="0" tIns="1296000" rIns="0" bIns="0" rtlCol="0" anchor="t" anchorCtr="0">
            <a:noAutofit/>
          </a:bodyPr>
          <a:lstStyle>
            <a:lvl1pPr marL="0" indent="0" algn="ctr" defTabSz="914400" rtl="0" eaLnBrk="1" latinLnBrk="0" hangingPunct="1">
              <a:spcBef>
                <a:spcPts val="1620"/>
              </a:spcBef>
              <a:buClr>
                <a:schemeClr val="accent1"/>
              </a:buClr>
              <a:buSzPct val="80000"/>
              <a:buFontTx/>
              <a:buNone/>
              <a:defRPr lang="de-DE" sz="1800" b="0" kern="1200" dirty="0">
                <a:solidFill>
                  <a:schemeClr val="tx1"/>
                </a:solidFill>
                <a:latin typeface="+mn-lt"/>
                <a:ea typeface="+mn-ea"/>
                <a:cs typeface="+mn-cs"/>
              </a:defRPr>
            </a:lvl1pPr>
          </a:lstStyle>
          <a:p>
            <a:r>
              <a:rPr lang="en-US" smtClean="0"/>
              <a:t>Click icon to add picture</a:t>
            </a:r>
            <a:endParaRPr lang="de-DE" dirty="0"/>
          </a:p>
        </p:txBody>
      </p:sp>
      <p:sp>
        <p:nvSpPr>
          <p:cNvPr id="7" name="Text Placeholder 6"/>
          <p:cNvSpPr>
            <a:spLocks noGrp="1"/>
          </p:cNvSpPr>
          <p:nvPr>
            <p:ph type="body" sz="quarter" idx="11" hasCustomPrompt="1"/>
          </p:nvPr>
        </p:nvSpPr>
        <p:spPr bwMode="gray">
          <a:xfrm>
            <a:off x="324000" y="1692000"/>
            <a:ext cx="4165200" cy="4392000"/>
          </a:xfrm>
        </p:spPr>
        <p:txBody>
          <a:bodyPr/>
          <a:lstStyle>
            <a:lvl1pPr>
              <a:defRPr/>
            </a:lvl1pPr>
          </a:lstStyle>
          <a:p>
            <a:pPr lvl="0"/>
            <a:r>
              <a:rPr lang="en-US" noProof="0" dirty="0" smtClean="0"/>
              <a:t>First level</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de-DE"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and Text with picture right 3">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p:txBody>
          <a:bodyPr/>
          <a:lstStyle>
            <a:lvl1pPr>
              <a:defRPr/>
            </a:lvl1pPr>
          </a:lstStyle>
          <a:p>
            <a:r>
              <a:rPr lang="en-US" noProof="0" dirty="0" smtClean="0"/>
              <a:t>Insert page title</a:t>
            </a:r>
            <a:endParaRPr lang="de-DE" dirty="0"/>
          </a:p>
        </p:txBody>
      </p:sp>
      <p:sp>
        <p:nvSpPr>
          <p:cNvPr id="5" name="Picture Placeholder 4"/>
          <p:cNvSpPr>
            <a:spLocks noGrp="1"/>
          </p:cNvSpPr>
          <p:nvPr>
            <p:ph type="pic" sz="quarter" idx="10"/>
          </p:nvPr>
        </p:nvSpPr>
        <p:spPr bwMode="gray">
          <a:xfrm>
            <a:off x="3575304" y="1692000"/>
            <a:ext cx="5238000" cy="4392000"/>
          </a:xfrm>
          <a:solidFill>
            <a:schemeClr val="bg1">
              <a:lumMod val="95000"/>
            </a:schemeClr>
          </a:solidFill>
        </p:spPr>
        <p:txBody>
          <a:bodyPr vert="horz" lIns="0" tIns="1296000" rIns="0" bIns="0" rtlCol="0" anchor="t" anchorCtr="0">
            <a:noAutofit/>
          </a:bodyPr>
          <a:lstStyle>
            <a:lvl1pPr marL="0" indent="0" algn="ctr" defTabSz="914400" rtl="0" eaLnBrk="1" latinLnBrk="0" hangingPunct="1">
              <a:spcBef>
                <a:spcPts val="1620"/>
              </a:spcBef>
              <a:buClr>
                <a:schemeClr val="accent1"/>
              </a:buClr>
              <a:buSzPct val="80000"/>
              <a:buFontTx/>
              <a:buNone/>
              <a:defRPr lang="de-DE" sz="1800" b="0" kern="1200" dirty="0">
                <a:solidFill>
                  <a:schemeClr val="tx1"/>
                </a:solidFill>
                <a:latin typeface="+mn-lt"/>
                <a:ea typeface="+mn-ea"/>
                <a:cs typeface="+mn-cs"/>
              </a:defRPr>
            </a:lvl1pPr>
          </a:lstStyle>
          <a:p>
            <a:r>
              <a:rPr lang="en-US" smtClean="0"/>
              <a:t>Click icon to add picture</a:t>
            </a:r>
            <a:endParaRPr lang="de-DE" dirty="0"/>
          </a:p>
        </p:txBody>
      </p:sp>
      <p:sp>
        <p:nvSpPr>
          <p:cNvPr id="7" name="Text Placeholder 6"/>
          <p:cNvSpPr>
            <a:spLocks noGrp="1"/>
          </p:cNvSpPr>
          <p:nvPr>
            <p:ph type="body" sz="quarter" idx="11" hasCustomPrompt="1"/>
          </p:nvPr>
        </p:nvSpPr>
        <p:spPr bwMode="gray">
          <a:xfrm>
            <a:off x="324000" y="1692000"/>
            <a:ext cx="3078000" cy="4392000"/>
          </a:xfrm>
        </p:spPr>
        <p:txBody>
          <a:bodyPr/>
          <a:lstStyle>
            <a:lvl1pPr>
              <a:defRPr/>
            </a:lvl1pPr>
          </a:lstStyle>
          <a:p>
            <a:pPr lvl="0"/>
            <a:r>
              <a:rPr lang="en-US" noProof="0" dirty="0" smtClean="0"/>
              <a:t>First level</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de-DE"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Text with picture: 2 columns">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noProof="0" dirty="0" smtClean="0"/>
              <a:t>Insert page title</a:t>
            </a:r>
            <a:endParaRPr lang="en-US" dirty="0"/>
          </a:p>
        </p:txBody>
      </p:sp>
      <p:sp>
        <p:nvSpPr>
          <p:cNvPr id="4" name="Text Placeholder 3"/>
          <p:cNvSpPr>
            <a:spLocks noGrp="1"/>
          </p:cNvSpPr>
          <p:nvPr>
            <p:ph type="body" sz="quarter" idx="10" hasCustomPrompt="1"/>
          </p:nvPr>
        </p:nvSpPr>
        <p:spPr>
          <a:xfrm>
            <a:off x="324000" y="1690688"/>
            <a:ext cx="4165200" cy="1720800"/>
          </a:xfrm>
        </p:spPr>
        <p:txBody>
          <a:bodyPr/>
          <a:lstStyle>
            <a:lvl1pPr>
              <a:defRPr/>
            </a:lvl1pPr>
          </a:lstStyle>
          <a:p>
            <a:pPr lvl="0"/>
            <a:r>
              <a:rPr lang="en-US" noProof="0" dirty="0" smtClean="0"/>
              <a:t>First level</a:t>
            </a:r>
          </a:p>
          <a:p>
            <a:pPr lvl="1"/>
            <a:r>
              <a:rPr lang="en-US" dirty="0" smtClean="0"/>
              <a:t>Second level</a:t>
            </a:r>
          </a:p>
        </p:txBody>
      </p:sp>
      <p:sp>
        <p:nvSpPr>
          <p:cNvPr id="13" name="Text Placeholder 3"/>
          <p:cNvSpPr>
            <a:spLocks noGrp="1"/>
          </p:cNvSpPr>
          <p:nvPr>
            <p:ph type="body" sz="quarter" idx="14" hasCustomPrompt="1"/>
          </p:nvPr>
        </p:nvSpPr>
        <p:spPr>
          <a:xfrm>
            <a:off x="4654800" y="1690688"/>
            <a:ext cx="4165200" cy="1720800"/>
          </a:xfrm>
        </p:spPr>
        <p:txBody>
          <a:bodyPr/>
          <a:lstStyle>
            <a:lvl1pPr>
              <a:defRPr/>
            </a:lvl1pPr>
          </a:lstStyle>
          <a:p>
            <a:pPr lvl="0"/>
            <a:r>
              <a:rPr lang="en-US" noProof="0" dirty="0" smtClean="0"/>
              <a:t>First level</a:t>
            </a:r>
          </a:p>
          <a:p>
            <a:pPr lvl="1"/>
            <a:r>
              <a:rPr lang="en-US" dirty="0" smtClean="0"/>
              <a:t>Second level</a:t>
            </a:r>
          </a:p>
        </p:txBody>
      </p:sp>
      <p:sp>
        <p:nvSpPr>
          <p:cNvPr id="9" name="Picture Placeholder 4"/>
          <p:cNvSpPr>
            <a:spLocks noGrp="1"/>
          </p:cNvSpPr>
          <p:nvPr>
            <p:ph type="pic" sz="quarter" idx="15"/>
          </p:nvPr>
        </p:nvSpPr>
        <p:spPr bwMode="gray">
          <a:xfrm>
            <a:off x="324000" y="3573490"/>
            <a:ext cx="4165200" cy="2508223"/>
          </a:xfrm>
          <a:solidFill>
            <a:schemeClr val="bg1">
              <a:lumMod val="95000"/>
            </a:schemeClr>
          </a:solidFill>
        </p:spPr>
        <p:txBody>
          <a:bodyPr tIns="504000" anchor="t" anchorCtr="0"/>
          <a:lstStyle>
            <a:lvl1pPr algn="ctr">
              <a:defRPr b="0"/>
            </a:lvl1pPr>
          </a:lstStyle>
          <a:p>
            <a:r>
              <a:rPr lang="en-US" smtClean="0"/>
              <a:t>Click icon to add picture</a:t>
            </a:r>
            <a:endParaRPr lang="de-DE" dirty="0"/>
          </a:p>
        </p:txBody>
      </p:sp>
      <p:sp>
        <p:nvSpPr>
          <p:cNvPr id="11" name="Picture Placeholder 4"/>
          <p:cNvSpPr>
            <a:spLocks noGrp="1"/>
          </p:cNvSpPr>
          <p:nvPr>
            <p:ph type="pic" sz="quarter" idx="16"/>
          </p:nvPr>
        </p:nvSpPr>
        <p:spPr bwMode="gray">
          <a:xfrm>
            <a:off x="4654800" y="3573490"/>
            <a:ext cx="4165200" cy="2508223"/>
          </a:xfrm>
          <a:solidFill>
            <a:schemeClr val="bg1">
              <a:lumMod val="95000"/>
            </a:schemeClr>
          </a:solidFill>
        </p:spPr>
        <p:txBody>
          <a:bodyPr tIns="504000" anchor="t" anchorCtr="0"/>
          <a:lstStyle>
            <a:lvl1pPr algn="ctr">
              <a:defRPr b="0"/>
            </a:lvl1pPr>
          </a:lstStyle>
          <a:p>
            <a:r>
              <a:rPr lang="en-US" smtClean="0"/>
              <a:t>Click icon to add picture</a:t>
            </a:r>
            <a:endParaRPr lang="de-DE"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5" name="Content Placeholder 4"/>
          <p:cNvSpPr>
            <a:spLocks noGrp="1"/>
          </p:cNvSpPr>
          <p:nvPr>
            <p:ph sz="quarter" idx="10" hasCustomPrompt="1"/>
          </p:nvPr>
        </p:nvSpPr>
        <p:spPr>
          <a:xfrm>
            <a:off x="327024" y="1690688"/>
            <a:ext cx="8493125" cy="4395787"/>
          </a:xfrm>
        </p:spPr>
        <p:txBody>
          <a:bodyPr/>
          <a:lstStyle>
            <a:lvl1pPr>
              <a:defRPr/>
            </a:lvl1pPr>
          </a:lstStyle>
          <a:p>
            <a:pPr lvl="0"/>
            <a:r>
              <a:rPr lang="en-US" noProof="0" dirty="0" smtClean="0"/>
              <a:t>Click to add content</a:t>
            </a:r>
          </a:p>
          <a:p>
            <a:pPr lvl="1"/>
            <a:r>
              <a:rPr lang="en-US" noProof="0" dirty="0" smtClean="0"/>
              <a:t>Second level</a:t>
            </a:r>
          </a:p>
          <a:p>
            <a:pPr lvl="2"/>
            <a:r>
              <a:rPr lang="en-US" noProof="0" dirty="0" smtClean="0"/>
              <a:t>Third level</a:t>
            </a:r>
          </a:p>
          <a:p>
            <a:pPr lvl="3"/>
            <a:r>
              <a:rPr lang="en-US" noProof="0" dirty="0" smtClean="0"/>
              <a:t>Fourth level</a:t>
            </a:r>
          </a:p>
          <a:p>
            <a:pPr lvl="4"/>
            <a:r>
              <a:rPr lang="en-US" noProof="0" dirty="0" smtClean="0"/>
              <a:t>Fifth level</a:t>
            </a:r>
            <a:endParaRPr lang="en-US" noProof="0" dirty="0"/>
          </a:p>
        </p:txBody>
      </p:sp>
      <p:sp>
        <p:nvSpPr>
          <p:cNvPr id="2" name="Title 1"/>
          <p:cNvSpPr>
            <a:spLocks noGrp="1"/>
          </p:cNvSpPr>
          <p:nvPr>
            <p:ph type="title" hasCustomPrompt="1"/>
          </p:nvPr>
        </p:nvSpPr>
        <p:spPr/>
        <p:txBody>
          <a:bodyPr/>
          <a:lstStyle/>
          <a:p>
            <a:r>
              <a:rPr lang="en-US" noProof="0" dirty="0" smtClean="0"/>
              <a:t>Insert page title</a:t>
            </a:r>
            <a:endParaRPr 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iscussion Panel">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smtClean="0"/>
              <a:t>Discussion panel</a:t>
            </a:r>
            <a:endParaRPr lang="en-US" dirty="0"/>
          </a:p>
        </p:txBody>
      </p:sp>
      <p:sp>
        <p:nvSpPr>
          <p:cNvPr id="5" name="Text Placeholder 4"/>
          <p:cNvSpPr>
            <a:spLocks noGrp="1"/>
          </p:cNvSpPr>
          <p:nvPr>
            <p:ph type="body" sz="quarter" idx="10" hasCustomPrompt="1"/>
          </p:nvPr>
        </p:nvSpPr>
        <p:spPr>
          <a:xfrm>
            <a:off x="324000" y="1692000"/>
            <a:ext cx="8494713" cy="2816156"/>
          </a:xfrm>
        </p:spPr>
        <p:txBody>
          <a:bodyPr>
            <a:noAutofit/>
          </a:bodyPr>
          <a:lstStyle>
            <a:lvl1pPr>
              <a:spcBef>
                <a:spcPts val="1800"/>
              </a:spcBef>
              <a:defRPr/>
            </a:lvl1pPr>
          </a:lstStyle>
          <a:p>
            <a:r>
              <a:rPr lang="en-US" dirty="0" smtClean="0"/>
              <a:t>Title of discussion panel</a:t>
            </a:r>
          </a:p>
          <a:p>
            <a:r>
              <a:rPr lang="en-US" b="0" dirty="0" smtClean="0"/>
              <a:t>Speaker Name, Company 1</a:t>
            </a:r>
          </a:p>
          <a:p>
            <a:r>
              <a:rPr lang="en-US" b="0" dirty="0" smtClean="0"/>
              <a:t>Speaker Name, Company 2</a:t>
            </a:r>
          </a:p>
          <a:p>
            <a:r>
              <a:rPr lang="en-US" b="0" dirty="0" smtClean="0"/>
              <a:t>Speaker Name, Company 3</a:t>
            </a:r>
          </a:p>
          <a:p>
            <a:r>
              <a:rPr lang="en-US" b="0" dirty="0" smtClean="0"/>
              <a:t>Speaker Name, Company 4</a:t>
            </a:r>
          </a:p>
          <a:p>
            <a:r>
              <a:rPr lang="en-US" b="0" dirty="0" smtClean="0"/>
              <a:t>Speaker Name, Company 5</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pyright">
    <p:bg bwMode="gray">
      <p:bgRef idx="1001">
        <a:schemeClr val="bg1"/>
      </p:bgRef>
    </p:bg>
    <p:spTree>
      <p:nvGrpSpPr>
        <p:cNvPr id="1" name=""/>
        <p:cNvGrpSpPr/>
        <p:nvPr/>
      </p:nvGrpSpPr>
      <p:grpSpPr>
        <a:xfrm>
          <a:off x="0" y="0"/>
          <a:ext cx="0" cy="0"/>
          <a:chOff x="0" y="0"/>
          <a:chExt cx="0" cy="0"/>
        </a:xfrm>
      </p:grpSpPr>
      <p:sp>
        <p:nvSpPr>
          <p:cNvPr id="11" name="TextBox 10"/>
          <p:cNvSpPr txBox="1"/>
          <p:nvPr userDrawn="1"/>
        </p:nvSpPr>
        <p:spPr bwMode="gray">
          <a:xfrm>
            <a:off x="324000" y="324000"/>
            <a:ext cx="5311198" cy="756000"/>
          </a:xfrm>
          <a:prstGeom prst="rect">
            <a:avLst/>
          </a:prstGeom>
        </p:spPr>
        <p:txBody>
          <a:bodyPr vert="horz" lIns="0" tIns="0" rIns="0" bIns="0" rtlCol="0" anchor="ctr" anchorCtr="0">
            <a:noAutofit/>
          </a:bodyPr>
          <a:lstStyle/>
          <a:p>
            <a:pPr algn="l" defTabSz="914400" rtl="0" eaLnBrk="1" latinLnBrk="0" hangingPunct="1">
              <a:spcBef>
                <a:spcPct val="0"/>
              </a:spcBef>
              <a:buNone/>
            </a:pPr>
            <a:r>
              <a:rPr lang="en-GB" sz="2400" b="1" kern="1200" noProof="0" dirty="0" smtClean="0">
                <a:solidFill>
                  <a:schemeClr val="accent2"/>
                </a:solidFill>
                <a:latin typeface="+mj-lt"/>
                <a:ea typeface="+mj-ea"/>
                <a:cs typeface="+mj-cs"/>
              </a:rPr>
              <a:t>© </a:t>
            </a:r>
            <a:r>
              <a:rPr lang="de-DE" sz="2400" b="1" kern="1200" noProof="0" dirty="0" smtClean="0">
                <a:solidFill>
                  <a:schemeClr val="accent2"/>
                </a:solidFill>
                <a:latin typeface="+mj-lt"/>
                <a:ea typeface="+mj-ea"/>
                <a:cs typeface="+mj-cs"/>
              </a:rPr>
              <a:t>2012 SAP AG. All rights reserved.</a:t>
            </a:r>
          </a:p>
        </p:txBody>
      </p:sp>
      <p:sp>
        <p:nvSpPr>
          <p:cNvPr id="5" name="TextBox 4"/>
          <p:cNvSpPr txBox="1"/>
          <p:nvPr userDrawn="1"/>
        </p:nvSpPr>
        <p:spPr bwMode="gray">
          <a:xfrm>
            <a:off x="324000" y="1673528"/>
            <a:ext cx="4165200" cy="4370427"/>
          </a:xfrm>
          <a:prstGeom prst="rect">
            <a:avLst/>
          </a:prstGeom>
          <a:noFill/>
        </p:spPr>
        <p:txBody>
          <a:bodyPr wrap="square" lIns="0" tIns="0" rIns="0" bIns="0" rtlCol="0">
            <a:spAutoFit/>
          </a:bodyPr>
          <a:lstStyle/>
          <a:p>
            <a:pPr marL="0" indent="0" algn="l" defTabSz="914400" rtl="0" eaLnBrk="1" latinLnBrk="0" hangingPunct="1">
              <a:lnSpc>
                <a:spcPct val="100000"/>
              </a:lnSpc>
              <a:spcBef>
                <a:spcPts val="600"/>
              </a:spcBef>
            </a:pPr>
            <a:r>
              <a:rPr lang="en-GB" sz="800" kern="1200" noProof="1" smtClean="0">
                <a:solidFill>
                  <a:schemeClr val="tx1"/>
                </a:solidFill>
                <a:latin typeface="Arial"/>
                <a:ea typeface="MS PGothic" pitchFamily="34" charset="-128"/>
                <a:cs typeface="+mn-cs"/>
              </a:rPr>
              <a:t>No part of this publication may be reproduced or transmitted in any form or for any purpose without the express permission of SAP AG. The information contained herein may be changed without prior notice.</a:t>
            </a:r>
          </a:p>
          <a:p>
            <a:pPr marL="0" indent="0" algn="l" defTabSz="914400" rtl="0" eaLnBrk="1" latinLnBrk="0" hangingPunct="1">
              <a:lnSpc>
                <a:spcPct val="100000"/>
              </a:lnSpc>
              <a:spcBef>
                <a:spcPts val="600"/>
              </a:spcBef>
            </a:pPr>
            <a:r>
              <a:rPr lang="en-GB" sz="800" kern="1200" noProof="1" smtClean="0">
                <a:solidFill>
                  <a:schemeClr val="tx1"/>
                </a:solidFill>
                <a:latin typeface="Arial"/>
                <a:ea typeface="MS PGothic" pitchFamily="34" charset="-128"/>
                <a:cs typeface="+mn-cs"/>
              </a:rPr>
              <a:t>Some software products marketed by SAP AG and its distributors contain proprietary software components of other software vendors.</a:t>
            </a:r>
          </a:p>
          <a:p>
            <a:pPr marL="0" indent="0" algn="l" defTabSz="914400" rtl="0" eaLnBrk="1" latinLnBrk="0" hangingPunct="1">
              <a:lnSpc>
                <a:spcPct val="100000"/>
              </a:lnSpc>
              <a:spcBef>
                <a:spcPts val="600"/>
              </a:spcBef>
            </a:pPr>
            <a:r>
              <a:rPr lang="en-GB" sz="800" kern="1200" noProof="1" smtClean="0">
                <a:solidFill>
                  <a:schemeClr val="tx1"/>
                </a:solidFill>
                <a:latin typeface="Arial"/>
                <a:ea typeface="MS PGothic" pitchFamily="34" charset="-128"/>
                <a:cs typeface="+mn-cs"/>
              </a:rPr>
              <a:t>Microsoft, Windows, Excel, Outlook, PowerPoint, Silverlight, and Visual Studio are registered trademarks of Microsoft Corporation. </a:t>
            </a:r>
          </a:p>
          <a:p>
            <a:pPr marL="0" indent="0" algn="l" defTabSz="914400" rtl="0" eaLnBrk="1" latinLnBrk="0" hangingPunct="1">
              <a:lnSpc>
                <a:spcPct val="100000"/>
              </a:lnSpc>
              <a:spcBef>
                <a:spcPts val="600"/>
              </a:spcBef>
            </a:pPr>
            <a:r>
              <a:rPr lang="en-GB" sz="800" kern="1200" noProof="1" smtClean="0">
                <a:solidFill>
                  <a:schemeClr val="tx1"/>
                </a:solidFill>
                <a:latin typeface="Arial"/>
                <a:ea typeface="MS PGothic" pitchFamily="34" charset="-128"/>
                <a:cs typeface="+mn-cs"/>
              </a:rPr>
              <a:t>IBM, DB2, DB2 Universal Database, System i, System i5, System p, System p5, System x, System z, System z10, z10, z/VM, z/OS, OS/390, zEnterprise, PowerVM, Power Architecture, Power Systems, POWER7, POWER6+, POWER6, POWER, PowerHA, pureScale, PowerPC, BladeCenter, System Storage, Storwize, XIV, GPFS, HACMP, RETAIN, DB2 Connect, RACF, Redbooks, OS/2, AIX, Intelligent Miner, WebSphere, Tivoli, Informix, and Smarter Planet are trademarks or registered trademarks of IBM Corporation.</a:t>
            </a:r>
          </a:p>
          <a:p>
            <a:pPr marL="0" indent="0" algn="l" defTabSz="914400" rtl="0" eaLnBrk="1" latinLnBrk="0" hangingPunct="1">
              <a:lnSpc>
                <a:spcPct val="100000"/>
              </a:lnSpc>
              <a:spcBef>
                <a:spcPts val="600"/>
              </a:spcBef>
            </a:pPr>
            <a:r>
              <a:rPr lang="en-GB" sz="800" kern="1200" noProof="1" smtClean="0">
                <a:solidFill>
                  <a:schemeClr val="tx1"/>
                </a:solidFill>
                <a:latin typeface="Arial"/>
                <a:ea typeface="MS PGothic" pitchFamily="34" charset="-128"/>
                <a:cs typeface="+mn-cs"/>
              </a:rPr>
              <a:t>Linux is the registered trademark of Linus Torvalds in the United States and other countries.</a:t>
            </a:r>
          </a:p>
          <a:p>
            <a:pPr marL="0" indent="0" algn="l" defTabSz="914400" rtl="0" eaLnBrk="1" latinLnBrk="0" hangingPunct="1">
              <a:lnSpc>
                <a:spcPct val="100000"/>
              </a:lnSpc>
              <a:spcBef>
                <a:spcPts val="600"/>
              </a:spcBef>
            </a:pPr>
            <a:r>
              <a:rPr lang="en-GB" sz="800" kern="1200" noProof="1" smtClean="0">
                <a:solidFill>
                  <a:schemeClr val="tx1"/>
                </a:solidFill>
                <a:latin typeface="Arial"/>
                <a:ea typeface="MS PGothic" pitchFamily="34" charset="-128"/>
                <a:cs typeface="+mn-cs"/>
              </a:rPr>
              <a:t>Adobe, the Adobe logo, Acrobat, PostScript, and Reader are trademarks or registered trademarks of Adobe Systems Incorporated in the United States and other countries.</a:t>
            </a:r>
          </a:p>
          <a:p>
            <a:pPr marL="0" indent="0" algn="l" defTabSz="914400" rtl="0" eaLnBrk="1" latinLnBrk="0" hangingPunct="1">
              <a:lnSpc>
                <a:spcPct val="100000"/>
              </a:lnSpc>
              <a:spcBef>
                <a:spcPts val="600"/>
              </a:spcBef>
            </a:pPr>
            <a:r>
              <a:rPr lang="en-GB" sz="800" kern="1200" noProof="1" smtClean="0">
                <a:solidFill>
                  <a:schemeClr val="tx1"/>
                </a:solidFill>
                <a:latin typeface="Arial"/>
                <a:ea typeface="MS PGothic" pitchFamily="34" charset="-128"/>
                <a:cs typeface="+mn-cs"/>
              </a:rPr>
              <a:t>Oracle and Java are registered trademarks of Oracle and its affiliates.</a:t>
            </a:r>
          </a:p>
          <a:p>
            <a:pPr marL="0" indent="0" algn="l" defTabSz="914400" rtl="0" eaLnBrk="1" latinLnBrk="0" hangingPunct="1">
              <a:lnSpc>
                <a:spcPct val="100000"/>
              </a:lnSpc>
              <a:spcBef>
                <a:spcPts val="600"/>
              </a:spcBef>
            </a:pPr>
            <a:r>
              <a:rPr lang="en-GB" sz="800" kern="1200" noProof="1" smtClean="0">
                <a:solidFill>
                  <a:schemeClr val="tx1"/>
                </a:solidFill>
                <a:latin typeface="Arial"/>
                <a:ea typeface="MS PGothic" pitchFamily="34" charset="-128"/>
                <a:cs typeface="+mn-cs"/>
              </a:rPr>
              <a:t>UNIX, X/Open, OSF/1, and Motif are registered trademarks of the Open Group.</a:t>
            </a:r>
          </a:p>
          <a:p>
            <a:pPr marL="0" indent="0" algn="l" defTabSz="914400" rtl="0" eaLnBrk="1" latinLnBrk="0" hangingPunct="1">
              <a:lnSpc>
                <a:spcPct val="100000"/>
              </a:lnSpc>
              <a:spcBef>
                <a:spcPts val="600"/>
              </a:spcBef>
            </a:pPr>
            <a:r>
              <a:rPr lang="en-GB" sz="800" kern="1200" noProof="1" smtClean="0">
                <a:solidFill>
                  <a:schemeClr val="tx1"/>
                </a:solidFill>
                <a:latin typeface="Arial"/>
                <a:ea typeface="MS PGothic" pitchFamily="34" charset="-128"/>
                <a:cs typeface="+mn-cs"/>
              </a:rPr>
              <a:t>Citrix, ICA, Program Neighborhood, MetaFrame, WinFrame, VideoFrame, and MultiWin </a:t>
            </a:r>
            <a:br>
              <a:rPr lang="en-GB" sz="800" kern="1200" noProof="1" smtClean="0">
                <a:solidFill>
                  <a:schemeClr val="tx1"/>
                </a:solidFill>
                <a:latin typeface="Arial"/>
                <a:ea typeface="MS PGothic" pitchFamily="34" charset="-128"/>
                <a:cs typeface="+mn-cs"/>
              </a:rPr>
            </a:br>
            <a:r>
              <a:rPr lang="en-GB" sz="800" kern="1200" noProof="1" smtClean="0">
                <a:solidFill>
                  <a:schemeClr val="tx1"/>
                </a:solidFill>
                <a:latin typeface="Arial"/>
                <a:ea typeface="MS PGothic" pitchFamily="34" charset="-128"/>
                <a:cs typeface="+mn-cs"/>
              </a:rPr>
              <a:t>are trademarks or registered trademarks of Citrix Systems Inc.</a:t>
            </a:r>
          </a:p>
          <a:p>
            <a:pPr marL="0" indent="0" algn="l" defTabSz="914400" rtl="0" eaLnBrk="1" latinLnBrk="0" hangingPunct="1">
              <a:lnSpc>
                <a:spcPct val="100000"/>
              </a:lnSpc>
              <a:spcBef>
                <a:spcPts val="600"/>
              </a:spcBef>
            </a:pPr>
            <a:r>
              <a:rPr lang="en-GB" sz="800" kern="1200" noProof="1" smtClean="0">
                <a:solidFill>
                  <a:schemeClr val="tx1"/>
                </a:solidFill>
                <a:latin typeface="Arial"/>
                <a:ea typeface="MS PGothic" pitchFamily="34" charset="-128"/>
                <a:cs typeface="+mn-cs"/>
              </a:rPr>
              <a:t>HTML, XML, XHTML, and W3C are trademarks or registered trademarks of W3C</a:t>
            </a:r>
            <a:r>
              <a:rPr lang="en-GB" sz="800" kern="1200" baseline="30000" noProof="1" smtClean="0">
                <a:solidFill>
                  <a:schemeClr val="tx1"/>
                </a:solidFill>
                <a:latin typeface="Arial"/>
                <a:ea typeface="MS PGothic" pitchFamily="34" charset="-128"/>
                <a:cs typeface="+mn-cs"/>
              </a:rPr>
              <a:t>®</a:t>
            </a:r>
            <a:r>
              <a:rPr lang="en-GB" sz="800" kern="1200" noProof="1" smtClean="0">
                <a:solidFill>
                  <a:schemeClr val="tx1"/>
                </a:solidFill>
                <a:latin typeface="Arial"/>
                <a:ea typeface="MS PGothic" pitchFamily="34" charset="-128"/>
                <a:cs typeface="+mn-cs"/>
              </a:rPr>
              <a:t>, </a:t>
            </a:r>
            <a:br>
              <a:rPr lang="en-GB" sz="800" kern="1200" noProof="1" smtClean="0">
                <a:solidFill>
                  <a:schemeClr val="tx1"/>
                </a:solidFill>
                <a:latin typeface="Arial"/>
                <a:ea typeface="MS PGothic" pitchFamily="34" charset="-128"/>
                <a:cs typeface="+mn-cs"/>
              </a:rPr>
            </a:br>
            <a:r>
              <a:rPr lang="en-GB" sz="800" kern="1200" noProof="1" smtClean="0">
                <a:solidFill>
                  <a:schemeClr val="tx1"/>
                </a:solidFill>
                <a:latin typeface="Arial"/>
                <a:ea typeface="MS PGothic" pitchFamily="34" charset="-128"/>
                <a:cs typeface="+mn-cs"/>
              </a:rPr>
              <a:t>World Wide Web Consortium, Massachusetts Institute of Technology. </a:t>
            </a:r>
          </a:p>
          <a:p>
            <a:pPr marL="0" marR="0" indent="0" algn="l" defTabSz="914400" rtl="0" eaLnBrk="1" fontAlgn="auto" latinLnBrk="0" hangingPunct="1">
              <a:lnSpc>
                <a:spcPct val="100000"/>
              </a:lnSpc>
              <a:spcBef>
                <a:spcPts val="600"/>
              </a:spcBef>
              <a:spcAft>
                <a:spcPts val="0"/>
              </a:spcAft>
              <a:buClrTx/>
              <a:buSzTx/>
              <a:buFontTx/>
              <a:buNone/>
              <a:tabLst/>
              <a:defRPr/>
            </a:pPr>
            <a:r>
              <a:rPr lang="en-GB" sz="800" kern="1200" noProof="1" smtClean="0">
                <a:solidFill>
                  <a:schemeClr val="tx1"/>
                </a:solidFill>
                <a:latin typeface="Arial"/>
                <a:ea typeface="MS PGothic" pitchFamily="34" charset="-128"/>
                <a:cs typeface="+mn-cs"/>
              </a:rPr>
              <a:t>Apple, App Store, iBooks, iPad, iPhone, iPhoto, iPod, iTunes, Multi-Touch, Objective-C, Retina, Safari, Siri, and Xcode are trademarks or registered trademarks of Apple Inc.</a:t>
            </a:r>
          </a:p>
          <a:p>
            <a:pPr marL="0" marR="0" indent="0" algn="l" defTabSz="914400" rtl="0" eaLnBrk="1" fontAlgn="auto" latinLnBrk="0" hangingPunct="1">
              <a:lnSpc>
                <a:spcPct val="100000"/>
              </a:lnSpc>
              <a:spcBef>
                <a:spcPts val="600"/>
              </a:spcBef>
              <a:spcAft>
                <a:spcPts val="0"/>
              </a:spcAft>
              <a:buClrTx/>
              <a:buSzTx/>
              <a:buFontTx/>
              <a:buNone/>
              <a:tabLst/>
              <a:defRPr/>
            </a:pPr>
            <a:r>
              <a:rPr lang="en-GB" sz="800" kern="1200" noProof="1" smtClean="0">
                <a:solidFill>
                  <a:schemeClr val="tx1"/>
                </a:solidFill>
                <a:latin typeface="Arial"/>
                <a:ea typeface="MS PGothic" pitchFamily="34" charset="-128"/>
                <a:cs typeface="+mn-cs"/>
              </a:rPr>
              <a:t>IOS is a registered trademark of Cisco Systems Inc.</a:t>
            </a:r>
          </a:p>
          <a:p>
            <a:pPr marL="0" marR="0" indent="0" algn="l" defTabSz="914400" rtl="0" eaLnBrk="1" fontAlgn="auto" latinLnBrk="0" hangingPunct="1">
              <a:lnSpc>
                <a:spcPct val="100000"/>
              </a:lnSpc>
              <a:spcBef>
                <a:spcPts val="600"/>
              </a:spcBef>
              <a:spcAft>
                <a:spcPts val="0"/>
              </a:spcAft>
              <a:buClrTx/>
              <a:buSzTx/>
              <a:buFontTx/>
              <a:buNone/>
              <a:tabLst/>
              <a:defRPr/>
            </a:pPr>
            <a:r>
              <a:rPr lang="en-GB" sz="800" kern="1200" noProof="1" smtClean="0">
                <a:solidFill>
                  <a:schemeClr val="tx1"/>
                </a:solidFill>
                <a:latin typeface="Arial"/>
                <a:ea typeface="MS PGothic" pitchFamily="34" charset="-128"/>
                <a:cs typeface="+mn-cs"/>
              </a:rPr>
              <a:t>RIM, BlackBerry, BBM, BlackBerry Curve, BlackBerry Bold, BlackBerry Pearl, BlackBerry Torch, BlackBerry Storm, BlackBerry Storm2, BlackBerry PlayBook, and BlackBerry App World are trademarks or registered trademarks of Research in Motion Limited.</a:t>
            </a:r>
          </a:p>
        </p:txBody>
      </p:sp>
      <p:sp>
        <p:nvSpPr>
          <p:cNvPr id="8" name="TextBox 7"/>
          <p:cNvSpPr txBox="1"/>
          <p:nvPr userDrawn="1"/>
        </p:nvSpPr>
        <p:spPr bwMode="gray">
          <a:xfrm>
            <a:off x="4654800" y="1673528"/>
            <a:ext cx="4165200" cy="4293483"/>
          </a:xfrm>
          <a:prstGeom prst="rect">
            <a:avLst/>
          </a:prstGeom>
          <a:noFill/>
        </p:spPr>
        <p:txBody>
          <a:bodyPr wrap="square" lIns="0" tIns="0" rIns="0" bIns="0" rtlCol="0">
            <a:spAutoFit/>
          </a:bodyPr>
          <a:lstStyle/>
          <a:p>
            <a:pPr marL="0" indent="0" algn="l" defTabSz="914400" rtl="0" eaLnBrk="1" latinLnBrk="0" hangingPunct="1">
              <a:lnSpc>
                <a:spcPct val="100000"/>
              </a:lnSpc>
              <a:spcBef>
                <a:spcPts val="600"/>
              </a:spcBef>
            </a:pPr>
            <a:r>
              <a:rPr lang="en-GB" sz="800" kern="1200" noProof="1" smtClean="0">
                <a:solidFill>
                  <a:schemeClr val="tx1"/>
                </a:solidFill>
                <a:latin typeface="Arial"/>
                <a:ea typeface="MS PGothic" pitchFamily="34" charset="-128"/>
                <a:cs typeface="+mn-cs"/>
              </a:rPr>
              <a:t>Google App Engine, Google Apps, Google Checkout, Google Data API, Google Maps, Google Mobile Ads, Google Mobile Updater, Google Mobile, Google Store, Google Sync, Google Updater, Google Voice, Google Mail, Gmail, YouTube, Dalvik and Android are trademarks or registered trademarks of Google Inc.</a:t>
            </a:r>
          </a:p>
          <a:p>
            <a:pPr marL="0" indent="0" algn="l" defTabSz="914400" rtl="0" eaLnBrk="1" latinLnBrk="0" hangingPunct="1">
              <a:lnSpc>
                <a:spcPct val="100000"/>
              </a:lnSpc>
              <a:spcBef>
                <a:spcPts val="600"/>
              </a:spcBef>
            </a:pPr>
            <a:r>
              <a:rPr lang="en-GB" sz="800" kern="1200" noProof="1" smtClean="0">
                <a:solidFill>
                  <a:schemeClr val="tx1"/>
                </a:solidFill>
                <a:latin typeface="Arial"/>
                <a:ea typeface="MS PGothic" pitchFamily="34" charset="-128"/>
                <a:cs typeface="+mn-cs"/>
              </a:rPr>
              <a:t>INTERMEC is a registered trademark of Intermec Technologies Corporation.</a:t>
            </a:r>
          </a:p>
          <a:p>
            <a:pPr marL="0" indent="0" algn="l" defTabSz="914400" rtl="0" eaLnBrk="1" latinLnBrk="0" hangingPunct="1">
              <a:lnSpc>
                <a:spcPct val="100000"/>
              </a:lnSpc>
              <a:spcBef>
                <a:spcPts val="600"/>
              </a:spcBef>
            </a:pPr>
            <a:r>
              <a:rPr lang="en-GB" sz="800" kern="1200" noProof="1" smtClean="0">
                <a:solidFill>
                  <a:schemeClr val="tx1"/>
                </a:solidFill>
                <a:latin typeface="Arial"/>
                <a:ea typeface="MS PGothic" pitchFamily="34" charset="-128"/>
                <a:cs typeface="+mn-cs"/>
              </a:rPr>
              <a:t>Wi-Fi is a registered trademark of Wi-Fi Alliance.</a:t>
            </a:r>
          </a:p>
          <a:p>
            <a:pPr marL="0" indent="0" algn="l" defTabSz="914400" rtl="0" eaLnBrk="1" latinLnBrk="0" hangingPunct="1">
              <a:lnSpc>
                <a:spcPct val="100000"/>
              </a:lnSpc>
              <a:spcBef>
                <a:spcPts val="600"/>
              </a:spcBef>
            </a:pPr>
            <a:r>
              <a:rPr lang="en-GB" sz="800" kern="1200" noProof="1" smtClean="0">
                <a:solidFill>
                  <a:schemeClr val="tx1"/>
                </a:solidFill>
                <a:latin typeface="Arial"/>
                <a:ea typeface="MS PGothic" pitchFamily="34" charset="-128"/>
                <a:cs typeface="+mn-cs"/>
              </a:rPr>
              <a:t>Bluetooth is a registered trademark of Bluetooth SIG Inc.</a:t>
            </a:r>
          </a:p>
          <a:p>
            <a:pPr marL="0" indent="0" algn="l" defTabSz="914400" rtl="0" eaLnBrk="1" latinLnBrk="0" hangingPunct="1">
              <a:lnSpc>
                <a:spcPct val="100000"/>
              </a:lnSpc>
              <a:spcBef>
                <a:spcPts val="600"/>
              </a:spcBef>
            </a:pPr>
            <a:r>
              <a:rPr lang="en-GB" sz="800" kern="1200" noProof="1" smtClean="0">
                <a:solidFill>
                  <a:schemeClr val="tx1"/>
                </a:solidFill>
                <a:latin typeface="Arial"/>
                <a:ea typeface="MS PGothic" pitchFamily="34" charset="-128"/>
                <a:cs typeface="+mn-cs"/>
              </a:rPr>
              <a:t>Motorola is a registered trademark of Motorola Trademark Holdings LLC. </a:t>
            </a:r>
          </a:p>
          <a:p>
            <a:pPr marL="0" indent="0" algn="l" defTabSz="914400" rtl="0" eaLnBrk="1" latinLnBrk="0" hangingPunct="1">
              <a:lnSpc>
                <a:spcPct val="100000"/>
              </a:lnSpc>
              <a:spcBef>
                <a:spcPts val="600"/>
              </a:spcBef>
            </a:pPr>
            <a:r>
              <a:rPr lang="en-GB" sz="800" kern="1200" noProof="1" smtClean="0">
                <a:solidFill>
                  <a:schemeClr val="tx1"/>
                </a:solidFill>
                <a:latin typeface="Arial"/>
                <a:ea typeface="MS PGothic" pitchFamily="34" charset="-128"/>
                <a:cs typeface="+mn-cs"/>
              </a:rPr>
              <a:t>Computop is a registered trademark of Computop Wirtschaftsinformatik GmbH.</a:t>
            </a:r>
          </a:p>
          <a:p>
            <a:pPr marL="0" indent="0" algn="l" defTabSz="914400" rtl="0" eaLnBrk="1" latinLnBrk="0" hangingPunct="1">
              <a:lnSpc>
                <a:spcPct val="100000"/>
              </a:lnSpc>
              <a:spcBef>
                <a:spcPts val="600"/>
              </a:spcBef>
            </a:pPr>
            <a:r>
              <a:rPr lang="en-GB" sz="800" kern="1200" noProof="1" smtClean="0">
                <a:solidFill>
                  <a:schemeClr val="tx1"/>
                </a:solidFill>
                <a:latin typeface="Arial"/>
                <a:ea typeface="MS PGothic" pitchFamily="34" charset="-128"/>
                <a:cs typeface="+mn-cs"/>
              </a:rPr>
              <a:t>SAP, R/3, SAP NetWeaver, Duet, PartnerEdge, ByDesign, SAP BusinessObjects Explorer, StreamWork, SAP HANA, and other SAP products and services mentioned herein as well as their respective logos are trademarks or registered trademarks of SAP AG in Germany and other countries.</a:t>
            </a:r>
          </a:p>
          <a:p>
            <a:pPr marL="0" indent="0" algn="l" defTabSz="914400" rtl="0" eaLnBrk="1" latinLnBrk="0" hangingPunct="1">
              <a:lnSpc>
                <a:spcPct val="100000"/>
              </a:lnSpc>
              <a:spcBef>
                <a:spcPts val="600"/>
              </a:spcBef>
            </a:pPr>
            <a:r>
              <a:rPr lang="en-GB" sz="800" kern="1200" noProof="1" smtClean="0">
                <a:solidFill>
                  <a:schemeClr val="tx1"/>
                </a:solidFill>
                <a:latin typeface="Arial"/>
                <a:ea typeface="MS PGothic" pitchFamily="34" charset="-128"/>
                <a:cs typeface="+mn-cs"/>
              </a:rPr>
              <a:t>Business Objects and the Business Objects logo, BusinessObjects, Crystal Reports, Crystal Decisions, Web Intelligence, Xcelsius, and other Business Objects products and services mentioned herein as well as their respective logos are trademarks or registered trademarks of Business Objects Software Ltd. Business Objects is an SAP company.</a:t>
            </a:r>
          </a:p>
          <a:p>
            <a:pPr marL="0" indent="0" algn="l" defTabSz="914400" rtl="0" eaLnBrk="1" latinLnBrk="0" hangingPunct="1">
              <a:lnSpc>
                <a:spcPct val="100000"/>
              </a:lnSpc>
              <a:spcBef>
                <a:spcPts val="600"/>
              </a:spcBef>
            </a:pPr>
            <a:r>
              <a:rPr lang="en-GB" sz="800" kern="1200" noProof="1" smtClean="0">
                <a:solidFill>
                  <a:schemeClr val="tx1"/>
                </a:solidFill>
                <a:latin typeface="Arial"/>
                <a:ea typeface="MS PGothic" pitchFamily="34" charset="-128"/>
                <a:cs typeface="+mn-cs"/>
              </a:rPr>
              <a:t>Sybase and Adaptive Server, iAnywhere, Sybase 365, SQL Anywhere, and other Sybase products and services mentioned herein as well as their respective logos are trademarks or registered trademarks of Sybase Inc. Sybase is an SAP company.</a:t>
            </a:r>
          </a:p>
          <a:p>
            <a:pPr marL="0" indent="0" algn="l" defTabSz="914400" rtl="0" eaLnBrk="1" latinLnBrk="0" hangingPunct="1">
              <a:lnSpc>
                <a:spcPct val="100000"/>
              </a:lnSpc>
              <a:spcBef>
                <a:spcPts val="600"/>
              </a:spcBef>
            </a:pPr>
            <a:r>
              <a:rPr lang="en-GB" sz="800" kern="1200" noProof="1" smtClean="0">
                <a:solidFill>
                  <a:schemeClr val="tx1"/>
                </a:solidFill>
                <a:latin typeface="Arial"/>
                <a:ea typeface="MS PGothic" pitchFamily="34" charset="-128"/>
                <a:cs typeface="+mn-cs"/>
              </a:rPr>
              <a:t>Crossgate, m@gic EDDY, B2B 360°, and B2B 360° Services are registered trademarks of Crossgate AG in Germany and other countries. Crossgate is an SAP company.</a:t>
            </a:r>
          </a:p>
          <a:p>
            <a:pPr marL="0" indent="0" algn="l" defTabSz="914400" rtl="0" eaLnBrk="1" latinLnBrk="0" hangingPunct="1">
              <a:lnSpc>
                <a:spcPct val="100000"/>
              </a:lnSpc>
              <a:spcBef>
                <a:spcPts val="600"/>
              </a:spcBef>
            </a:pPr>
            <a:r>
              <a:rPr lang="en-GB" sz="800" kern="1200" noProof="1" smtClean="0">
                <a:solidFill>
                  <a:schemeClr val="tx1"/>
                </a:solidFill>
                <a:latin typeface="Arial"/>
                <a:ea typeface="MS PGothic" pitchFamily="34" charset="-128"/>
                <a:cs typeface="+mn-cs"/>
              </a:rPr>
              <a:t>All other product and service names mentioned are the trademarks of their respective companies. Data contained in this document serves informational purposes only. National product specifications may vary.</a:t>
            </a:r>
          </a:p>
          <a:p>
            <a:pPr marL="0" indent="0" algn="l" defTabSz="914400" rtl="0" eaLnBrk="1" latinLnBrk="0" hangingPunct="1">
              <a:lnSpc>
                <a:spcPct val="100000"/>
              </a:lnSpc>
              <a:spcBef>
                <a:spcPts val="600"/>
              </a:spcBef>
            </a:pPr>
            <a:r>
              <a:rPr lang="en-GB" sz="800" kern="1200" noProof="1" smtClean="0">
                <a:solidFill>
                  <a:schemeClr val="tx1"/>
                </a:solidFill>
                <a:latin typeface="Arial"/>
                <a:ea typeface="MS PGothic" pitchFamily="34" charset="-128"/>
                <a:cs typeface="+mn-cs"/>
              </a:rPr>
              <a:t>The information in this document is proprietary to SAP. No part of this document may be reproduced, copied, or transmitted in any form or for any purpose without the express prior written permission of SAP AG.</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pyright german">
    <p:bg bwMode="gray">
      <p:bgRef idx="1001">
        <a:schemeClr val="bg1"/>
      </p:bgRef>
    </p:bg>
    <p:spTree>
      <p:nvGrpSpPr>
        <p:cNvPr id="1" name=""/>
        <p:cNvGrpSpPr/>
        <p:nvPr/>
      </p:nvGrpSpPr>
      <p:grpSpPr>
        <a:xfrm>
          <a:off x="0" y="0"/>
          <a:ext cx="0" cy="0"/>
          <a:chOff x="0" y="0"/>
          <a:chExt cx="0" cy="0"/>
        </a:xfrm>
      </p:grpSpPr>
      <p:sp>
        <p:nvSpPr>
          <p:cNvPr id="11" name="TextBox 10"/>
          <p:cNvSpPr txBox="1"/>
          <p:nvPr userDrawn="1"/>
        </p:nvSpPr>
        <p:spPr bwMode="gray">
          <a:xfrm>
            <a:off x="324000" y="324000"/>
            <a:ext cx="7359500" cy="756000"/>
          </a:xfrm>
          <a:prstGeom prst="rect">
            <a:avLst/>
          </a:prstGeom>
        </p:spPr>
        <p:txBody>
          <a:bodyPr vert="horz" lIns="0" tIns="0" rIns="0" bIns="0" rtlCol="0" anchor="ctr" anchorCtr="0">
            <a:noAutofit/>
          </a:bodyPr>
          <a:lstStyle/>
          <a:p>
            <a:pPr marL="0" marR="0" indent="0" algn="l" defTabSz="914400" rtl="0" eaLnBrk="1" fontAlgn="auto" latinLnBrk="0" hangingPunct="1">
              <a:lnSpc>
                <a:spcPct val="100000"/>
              </a:lnSpc>
              <a:spcBef>
                <a:spcPct val="0"/>
              </a:spcBef>
              <a:spcAft>
                <a:spcPts val="0"/>
              </a:spcAft>
              <a:buClrTx/>
              <a:buSzTx/>
              <a:buFontTx/>
              <a:buNone/>
              <a:tabLst/>
              <a:defRPr/>
            </a:pPr>
            <a:r>
              <a:rPr lang="en-GB" sz="2400" b="1" kern="1200" noProof="0" dirty="0" smtClean="0">
                <a:solidFill>
                  <a:schemeClr val="accent2"/>
                </a:solidFill>
                <a:latin typeface="+mj-lt"/>
                <a:ea typeface="+mj-ea"/>
                <a:cs typeface="+mj-cs"/>
              </a:rPr>
              <a:t>© </a:t>
            </a:r>
            <a:r>
              <a:rPr lang="de-DE" sz="2400" b="1" kern="1200" noProof="0" dirty="0" smtClean="0">
                <a:solidFill>
                  <a:schemeClr val="accent2"/>
                </a:solidFill>
                <a:latin typeface="+mj-lt"/>
                <a:ea typeface="+mj-ea"/>
                <a:cs typeface="+mj-cs"/>
              </a:rPr>
              <a:t>2012 SAP AG. Alle Rechte vorbehalten.</a:t>
            </a:r>
          </a:p>
        </p:txBody>
      </p:sp>
      <p:sp>
        <p:nvSpPr>
          <p:cNvPr id="5" name="TextBox 4"/>
          <p:cNvSpPr txBox="1"/>
          <p:nvPr userDrawn="1"/>
        </p:nvSpPr>
        <p:spPr bwMode="gray">
          <a:xfrm>
            <a:off x="324000" y="1692000"/>
            <a:ext cx="4165200" cy="4308872"/>
          </a:xfrm>
          <a:prstGeom prst="rect">
            <a:avLst/>
          </a:prstGeom>
          <a:noFill/>
        </p:spPr>
        <p:txBody>
          <a:bodyPr wrap="square" lIns="0" tIns="0" rIns="0" bIns="0" rtlCol="0">
            <a:spAutoFit/>
          </a:bodyPr>
          <a:lstStyle>
            <a:defPPr>
              <a:defRPr lang="de-DE"/>
            </a:defPPr>
            <a:lvl1pPr indent="0">
              <a:lnSpc>
                <a:spcPct val="100000"/>
              </a:lnSpc>
              <a:spcBef>
                <a:spcPts val="400"/>
              </a:spcBef>
              <a:defRPr sz="800">
                <a:ea typeface="MS PGothic" pitchFamily="34" charset="-128"/>
              </a:defRPr>
            </a:lvl1pPr>
          </a:lstStyle>
          <a:p>
            <a:pPr lvl="0"/>
            <a:r>
              <a:rPr lang="de-DE" dirty="0" smtClean="0"/>
              <a:t>Weitergabe und Vervielfältigung dieser Publikation oder von Teilen daraus sind, zu welchem Zweck und in welcher Form auch immer, ohne die ausdrückliche schriftliche Genehmigung durch SAP AG nicht gestattet. In dieser Publikation enthaltene Informationen können ohne vorherige Ankündigung geändert werden.</a:t>
            </a:r>
          </a:p>
          <a:p>
            <a:pPr lvl="0"/>
            <a:r>
              <a:rPr lang="de-DE" dirty="0" smtClean="0"/>
              <a:t>Die von SAP AG oder deren Vertriebsfirmen angebotenen Softwareprodukte können Softwarekomponenten auch anderer Softwarehersteller enthalten.</a:t>
            </a:r>
          </a:p>
          <a:p>
            <a:pPr lvl="0"/>
            <a:r>
              <a:rPr lang="en-US" dirty="0" smtClean="0"/>
              <a:t>Microsoft, Windows, Excel, Outlook, PowerPoint, </a:t>
            </a:r>
            <a:r>
              <a:rPr lang="en-GB" dirty="0" smtClean="0"/>
              <a:t>Silverlight und Visual Studio</a:t>
            </a:r>
            <a:r>
              <a:rPr lang="en-US" dirty="0" smtClean="0"/>
              <a:t> </a:t>
            </a:r>
            <a:r>
              <a:rPr lang="en-US" dirty="0" err="1" smtClean="0"/>
              <a:t>sind</a:t>
            </a:r>
            <a:r>
              <a:rPr lang="en-US" dirty="0" smtClean="0"/>
              <a:t> </a:t>
            </a:r>
            <a:r>
              <a:rPr lang="en-US" dirty="0" err="1" smtClean="0"/>
              <a:t>eingetragene</a:t>
            </a:r>
            <a:r>
              <a:rPr lang="en-US" dirty="0" smtClean="0"/>
              <a:t> </a:t>
            </a:r>
            <a:r>
              <a:rPr lang="en-US" dirty="0" err="1" smtClean="0"/>
              <a:t>Marken</a:t>
            </a:r>
            <a:r>
              <a:rPr lang="en-US" dirty="0" smtClean="0"/>
              <a:t> der Microsoft Corporation. </a:t>
            </a:r>
            <a:endParaRPr lang="de-DE" dirty="0" smtClean="0"/>
          </a:p>
          <a:p>
            <a:pPr lvl="0"/>
            <a:r>
              <a:rPr lang="de-DE" dirty="0" smtClean="0"/>
              <a:t>IBM, DB2, DB2 Universal Database, System i, System i5, System p, System p5, System x, System z, System z10, z10, z/VM, z/OS, OS/390, </a:t>
            </a:r>
            <a:r>
              <a:rPr lang="de-DE" dirty="0" err="1" smtClean="0"/>
              <a:t>zEnterprise</a:t>
            </a:r>
            <a:r>
              <a:rPr lang="de-DE" dirty="0" smtClean="0"/>
              <a:t>, </a:t>
            </a:r>
            <a:r>
              <a:rPr lang="de-DE" dirty="0" err="1" smtClean="0"/>
              <a:t>PowerVM</a:t>
            </a:r>
            <a:r>
              <a:rPr lang="de-DE" dirty="0" smtClean="0"/>
              <a:t>, Power </a:t>
            </a:r>
            <a:r>
              <a:rPr lang="de-DE" dirty="0" err="1" smtClean="0"/>
              <a:t>Architecture</a:t>
            </a:r>
            <a:r>
              <a:rPr lang="de-DE" dirty="0" smtClean="0"/>
              <a:t>, Power Systems, POWER7, POWER6+, POWER6, POWER, </a:t>
            </a:r>
            <a:r>
              <a:rPr lang="de-DE" dirty="0" err="1" smtClean="0"/>
              <a:t>PowerHA</a:t>
            </a:r>
            <a:r>
              <a:rPr lang="de-DE" dirty="0" smtClean="0"/>
              <a:t>, </a:t>
            </a:r>
            <a:r>
              <a:rPr lang="de-DE" dirty="0" err="1" smtClean="0"/>
              <a:t>pureScale</a:t>
            </a:r>
            <a:r>
              <a:rPr lang="de-DE" dirty="0" smtClean="0"/>
              <a:t>, PowerPC, </a:t>
            </a:r>
            <a:r>
              <a:rPr lang="de-DE" dirty="0" err="1" smtClean="0"/>
              <a:t>BladeCenter</a:t>
            </a:r>
            <a:r>
              <a:rPr lang="de-DE" dirty="0" smtClean="0"/>
              <a:t>, System Storage, </a:t>
            </a:r>
            <a:r>
              <a:rPr lang="de-DE" dirty="0" err="1" smtClean="0"/>
              <a:t>Storwize</a:t>
            </a:r>
            <a:r>
              <a:rPr lang="de-DE" dirty="0" smtClean="0"/>
              <a:t>, XIV, GPFS, HACMP, RETAIN, DB2 Connect, RACF, </a:t>
            </a:r>
            <a:r>
              <a:rPr lang="de-DE" dirty="0" err="1" smtClean="0"/>
              <a:t>Redbooks</a:t>
            </a:r>
            <a:r>
              <a:rPr lang="de-DE" dirty="0" smtClean="0"/>
              <a:t>, OS/2, AIX, Intelligent </a:t>
            </a:r>
            <a:r>
              <a:rPr lang="de-DE" dirty="0" err="1" smtClean="0"/>
              <a:t>Miner</a:t>
            </a:r>
            <a:r>
              <a:rPr lang="de-DE" dirty="0" smtClean="0"/>
              <a:t>, </a:t>
            </a:r>
            <a:r>
              <a:rPr lang="de-DE" dirty="0" err="1" smtClean="0"/>
              <a:t>WebSphere</a:t>
            </a:r>
            <a:r>
              <a:rPr lang="de-DE" dirty="0" smtClean="0"/>
              <a:t>, Tivoli, Informix und Smarter Planet sind Marken oder eingetragene Marken der IBM Corporation.</a:t>
            </a:r>
          </a:p>
          <a:p>
            <a:pPr lvl="0"/>
            <a:r>
              <a:rPr lang="de-DE" dirty="0" smtClean="0"/>
              <a:t>Linux ist eine eingetragene Marke von Linus </a:t>
            </a:r>
            <a:r>
              <a:rPr lang="de-DE" dirty="0" err="1" smtClean="0"/>
              <a:t>Torvalds</a:t>
            </a:r>
            <a:r>
              <a:rPr lang="de-DE" dirty="0" smtClean="0"/>
              <a:t> in den USA und anderen Ländern.</a:t>
            </a:r>
          </a:p>
          <a:p>
            <a:pPr lvl="0"/>
            <a:r>
              <a:rPr lang="de-DE" dirty="0" smtClean="0"/>
              <a:t>Adobe, das Adobe-Logo, Acrobat, PostScript und Reader sind Marken oder eingetragene Marken von Adobe Systems Incorporated in den USA und/oder anderen Ländern.</a:t>
            </a:r>
          </a:p>
          <a:p>
            <a:pPr lvl="0"/>
            <a:r>
              <a:rPr lang="de-DE" dirty="0" smtClean="0"/>
              <a:t>Oracle und Java sind eingetragene Marken von Oracle und/oder ihrer Tochtergesellschaften. </a:t>
            </a:r>
          </a:p>
          <a:p>
            <a:pPr lvl="0"/>
            <a:r>
              <a:rPr lang="de-DE" dirty="0" smtClean="0"/>
              <a:t>UNIX, X/Open, OSF/1 und </a:t>
            </a:r>
            <a:r>
              <a:rPr lang="de-DE" dirty="0" err="1" smtClean="0"/>
              <a:t>Motif</a:t>
            </a:r>
            <a:r>
              <a:rPr lang="de-DE" dirty="0" smtClean="0"/>
              <a:t> sind eingetragene Marken der Open Group.</a:t>
            </a:r>
          </a:p>
          <a:p>
            <a:pPr lvl="0"/>
            <a:r>
              <a:rPr lang="de-DE" dirty="0" smtClean="0"/>
              <a:t>Citrix, ICA, </a:t>
            </a:r>
            <a:r>
              <a:rPr lang="de-DE" dirty="0" err="1" smtClean="0"/>
              <a:t>Program</a:t>
            </a:r>
            <a:r>
              <a:rPr lang="de-DE" dirty="0" smtClean="0"/>
              <a:t> </a:t>
            </a:r>
            <a:r>
              <a:rPr lang="de-DE" dirty="0" err="1" smtClean="0"/>
              <a:t>Neighborhood</a:t>
            </a:r>
            <a:r>
              <a:rPr lang="de-DE" dirty="0" smtClean="0"/>
              <a:t>, </a:t>
            </a:r>
            <a:r>
              <a:rPr lang="de-DE" dirty="0" err="1" smtClean="0"/>
              <a:t>MetaFrame</a:t>
            </a:r>
            <a:r>
              <a:rPr lang="de-DE" dirty="0" smtClean="0"/>
              <a:t>, </a:t>
            </a:r>
            <a:r>
              <a:rPr lang="de-DE" dirty="0" err="1" smtClean="0"/>
              <a:t>WinFrame</a:t>
            </a:r>
            <a:r>
              <a:rPr lang="de-DE" dirty="0" smtClean="0"/>
              <a:t>, </a:t>
            </a:r>
            <a:r>
              <a:rPr lang="de-DE" dirty="0" err="1" smtClean="0"/>
              <a:t>VideoFrame</a:t>
            </a:r>
            <a:r>
              <a:rPr lang="de-DE" dirty="0" smtClean="0"/>
              <a:t> und </a:t>
            </a:r>
            <a:r>
              <a:rPr lang="de-DE" dirty="0" err="1" smtClean="0"/>
              <a:t>MultiWin</a:t>
            </a:r>
            <a:r>
              <a:rPr lang="de-DE" dirty="0" smtClean="0"/>
              <a:t> </a:t>
            </a:r>
            <a:br>
              <a:rPr lang="de-DE" dirty="0" smtClean="0"/>
            </a:br>
            <a:r>
              <a:rPr lang="de-DE" dirty="0" smtClean="0"/>
              <a:t>sind Marken oder eingetragene Marken von Citrix Systems, Inc.</a:t>
            </a:r>
          </a:p>
          <a:p>
            <a:pPr lvl="0"/>
            <a:r>
              <a:rPr lang="de-DE" dirty="0" smtClean="0"/>
              <a:t>HTML, XML, XHTML und W3C sind Marken oder eingetragene Marken des W3C</a:t>
            </a:r>
            <a:r>
              <a:rPr lang="de-DE" baseline="30000" dirty="0" smtClean="0"/>
              <a:t>®</a:t>
            </a:r>
            <a:r>
              <a:rPr lang="de-DE" dirty="0" smtClean="0"/>
              <a:t>, </a:t>
            </a:r>
            <a:br>
              <a:rPr lang="de-DE" dirty="0" smtClean="0"/>
            </a:br>
            <a:r>
              <a:rPr lang="de-DE" dirty="0" smtClean="0"/>
              <a:t>World Wide Web </a:t>
            </a:r>
            <a:r>
              <a:rPr lang="de-DE" dirty="0" err="1" smtClean="0"/>
              <a:t>Consortium</a:t>
            </a:r>
            <a:r>
              <a:rPr lang="de-DE" dirty="0" smtClean="0"/>
              <a:t>, Massachusetts Institute </a:t>
            </a:r>
            <a:r>
              <a:rPr lang="de-DE" dirty="0" err="1" smtClean="0"/>
              <a:t>of</a:t>
            </a:r>
            <a:r>
              <a:rPr lang="de-DE" dirty="0" smtClean="0"/>
              <a:t> Technology. </a:t>
            </a:r>
          </a:p>
          <a:p>
            <a:pPr lvl="0"/>
            <a:r>
              <a:rPr lang="de-DE" dirty="0" smtClean="0"/>
              <a:t>Apple, App Store, </a:t>
            </a:r>
            <a:r>
              <a:rPr lang="de-DE" dirty="0" err="1" smtClean="0"/>
              <a:t>iBooks</a:t>
            </a:r>
            <a:r>
              <a:rPr lang="de-DE" dirty="0" smtClean="0"/>
              <a:t>, </a:t>
            </a:r>
            <a:r>
              <a:rPr lang="de-DE" dirty="0" err="1" smtClean="0"/>
              <a:t>iPad</a:t>
            </a:r>
            <a:r>
              <a:rPr lang="de-DE" dirty="0" smtClean="0"/>
              <a:t>, </a:t>
            </a:r>
            <a:r>
              <a:rPr lang="de-DE" dirty="0" err="1" smtClean="0"/>
              <a:t>iPhone</a:t>
            </a:r>
            <a:r>
              <a:rPr lang="de-DE" dirty="0" smtClean="0"/>
              <a:t>, </a:t>
            </a:r>
            <a:r>
              <a:rPr lang="de-DE" dirty="0" err="1" smtClean="0"/>
              <a:t>iPhoto</a:t>
            </a:r>
            <a:r>
              <a:rPr lang="de-DE" dirty="0" smtClean="0"/>
              <a:t>, iPod, iTunes, Multi-Touch, </a:t>
            </a:r>
            <a:r>
              <a:rPr lang="de-DE" dirty="0" err="1" smtClean="0"/>
              <a:t>Objective</a:t>
            </a:r>
            <a:r>
              <a:rPr lang="de-DE" dirty="0" smtClean="0"/>
              <a:t>-C, Retina, Safari, Siri und </a:t>
            </a:r>
            <a:r>
              <a:rPr lang="de-DE" dirty="0" err="1" smtClean="0"/>
              <a:t>Xcode</a:t>
            </a:r>
            <a:r>
              <a:rPr lang="de-DE" dirty="0" smtClean="0"/>
              <a:t> sind Marken oder eingetragene Marken der Apple Inc.</a:t>
            </a:r>
          </a:p>
          <a:p>
            <a:pPr lvl="0"/>
            <a:r>
              <a:rPr lang="de-DE" dirty="0" smtClean="0"/>
              <a:t>IOS ist eine eingetragene Marke von Cisco Systems Inc.</a:t>
            </a:r>
          </a:p>
          <a:p>
            <a:pPr lvl="0"/>
            <a:r>
              <a:rPr lang="en-US" dirty="0" smtClean="0"/>
              <a:t>RIM, BlackBerry, BBM, BlackBerry Curve, BlackBerry Bold, BlackBerry Pearl, BlackBerry Torch, BlackBerry Storm, BlackBerry Storm2, BlackBerry </a:t>
            </a:r>
            <a:r>
              <a:rPr lang="en-US" dirty="0" err="1" smtClean="0"/>
              <a:t>PlayBook</a:t>
            </a:r>
            <a:r>
              <a:rPr lang="en-US" dirty="0" smtClean="0"/>
              <a:t> und BlackBerry App World </a:t>
            </a:r>
            <a:r>
              <a:rPr lang="en-US" dirty="0" err="1" smtClean="0"/>
              <a:t>sind</a:t>
            </a:r>
            <a:r>
              <a:rPr lang="en-US" dirty="0" smtClean="0"/>
              <a:t> </a:t>
            </a:r>
            <a:r>
              <a:rPr lang="en-US" dirty="0" err="1" smtClean="0"/>
              <a:t>Marken</a:t>
            </a:r>
            <a:r>
              <a:rPr lang="en-US" dirty="0" smtClean="0"/>
              <a:t> </a:t>
            </a:r>
            <a:r>
              <a:rPr lang="en-US" dirty="0" err="1" smtClean="0"/>
              <a:t>oder</a:t>
            </a:r>
            <a:r>
              <a:rPr lang="en-US" dirty="0" smtClean="0"/>
              <a:t> </a:t>
            </a:r>
            <a:r>
              <a:rPr lang="en-US" dirty="0" err="1" smtClean="0"/>
              <a:t>eingetragene</a:t>
            </a:r>
            <a:r>
              <a:rPr lang="en-US" dirty="0" smtClean="0"/>
              <a:t> </a:t>
            </a:r>
            <a:r>
              <a:rPr lang="en-US" dirty="0" err="1" smtClean="0"/>
              <a:t>Marken</a:t>
            </a:r>
            <a:r>
              <a:rPr lang="en-US" dirty="0" smtClean="0"/>
              <a:t> von Research in Motion Limited.</a:t>
            </a:r>
            <a:endParaRPr lang="de-DE" noProof="1" smtClean="0"/>
          </a:p>
        </p:txBody>
      </p:sp>
      <p:sp>
        <p:nvSpPr>
          <p:cNvPr id="8" name="TextBox 7"/>
          <p:cNvSpPr txBox="1"/>
          <p:nvPr userDrawn="1"/>
        </p:nvSpPr>
        <p:spPr bwMode="gray">
          <a:xfrm>
            <a:off x="4654800" y="1692000"/>
            <a:ext cx="4165200" cy="4678204"/>
          </a:xfrm>
          <a:prstGeom prst="rect">
            <a:avLst/>
          </a:prstGeom>
          <a:noFill/>
        </p:spPr>
        <p:txBody>
          <a:bodyPr wrap="square" lIns="0" tIns="0" rIns="0" bIns="0" rtlCol="0">
            <a:spAutoFit/>
          </a:bodyPr>
          <a:lstStyle>
            <a:defPPr>
              <a:defRPr lang="de-DE"/>
            </a:defPPr>
            <a:lvl1pPr indent="0">
              <a:lnSpc>
                <a:spcPct val="100000"/>
              </a:lnSpc>
              <a:spcBef>
                <a:spcPts val="400"/>
              </a:spcBef>
              <a:defRPr sz="800">
                <a:ea typeface="MS PGothic" pitchFamily="34" charset="-128"/>
              </a:defRPr>
            </a:lvl1pPr>
          </a:lstStyle>
          <a:p>
            <a:pPr lvl="0"/>
            <a:r>
              <a:rPr lang="en-US" dirty="0" smtClean="0"/>
              <a:t>Google App Engine, Google Apps, Google Checkout, Google Data API, Google Maps, Google Mobile Ads, Google Mobile Updater, Google Mobile, Google Store, Google Sync, Google Updater, Google Voice, Google Mail, Gmail, YouTube, </a:t>
            </a:r>
            <a:r>
              <a:rPr lang="en-US" dirty="0" err="1" smtClean="0"/>
              <a:t>Dalvik</a:t>
            </a:r>
            <a:r>
              <a:rPr lang="en-US" dirty="0" smtClean="0"/>
              <a:t> und Android </a:t>
            </a:r>
            <a:r>
              <a:rPr lang="en-US" dirty="0" err="1" smtClean="0"/>
              <a:t>sind</a:t>
            </a:r>
            <a:r>
              <a:rPr lang="en-US" dirty="0" smtClean="0"/>
              <a:t> </a:t>
            </a:r>
            <a:r>
              <a:rPr lang="en-US" dirty="0" err="1" smtClean="0"/>
              <a:t>Marken</a:t>
            </a:r>
            <a:r>
              <a:rPr lang="en-US" dirty="0" smtClean="0"/>
              <a:t> </a:t>
            </a:r>
            <a:r>
              <a:rPr lang="en-US" dirty="0" err="1" smtClean="0"/>
              <a:t>oder</a:t>
            </a:r>
            <a:r>
              <a:rPr lang="en-US" dirty="0" smtClean="0"/>
              <a:t> </a:t>
            </a:r>
            <a:r>
              <a:rPr lang="en-US" dirty="0" err="1" smtClean="0"/>
              <a:t>eingetragene</a:t>
            </a:r>
            <a:r>
              <a:rPr lang="en-US" dirty="0" smtClean="0"/>
              <a:t> </a:t>
            </a:r>
            <a:r>
              <a:rPr lang="en-US" dirty="0" err="1" smtClean="0"/>
              <a:t>Marken</a:t>
            </a:r>
            <a:r>
              <a:rPr lang="en-US" dirty="0" smtClean="0"/>
              <a:t> von Google Inc.</a:t>
            </a:r>
            <a:endParaRPr lang="de-DE" dirty="0" smtClean="0"/>
          </a:p>
          <a:p>
            <a:pPr lvl="0"/>
            <a:r>
              <a:rPr lang="de-DE" dirty="0" smtClean="0"/>
              <a:t>INTERMEC ist eine eingetragene Marke der </a:t>
            </a:r>
            <a:r>
              <a:rPr lang="de-DE" dirty="0" err="1" smtClean="0"/>
              <a:t>Intermec</a:t>
            </a:r>
            <a:r>
              <a:rPr lang="de-DE" dirty="0" smtClean="0"/>
              <a:t> Technologies Corporation.</a:t>
            </a:r>
          </a:p>
          <a:p>
            <a:pPr lvl="0"/>
            <a:r>
              <a:rPr lang="de-DE" dirty="0" err="1" smtClean="0"/>
              <a:t>Wi-Fi</a:t>
            </a:r>
            <a:r>
              <a:rPr lang="de-DE" dirty="0" smtClean="0"/>
              <a:t> ist eine eingetragene Marke der </a:t>
            </a:r>
            <a:r>
              <a:rPr lang="de-DE" dirty="0" err="1" smtClean="0"/>
              <a:t>Wi-Fi</a:t>
            </a:r>
            <a:r>
              <a:rPr lang="de-DE" dirty="0" smtClean="0"/>
              <a:t> Alliance.</a:t>
            </a:r>
          </a:p>
          <a:p>
            <a:pPr lvl="0"/>
            <a:r>
              <a:rPr lang="de-DE" dirty="0" smtClean="0"/>
              <a:t>Bluetooth ist eine eingetragene Marke von Bluetooth SIG Inc.</a:t>
            </a:r>
          </a:p>
          <a:p>
            <a:pPr lvl="0"/>
            <a:r>
              <a:rPr lang="de-DE" dirty="0" smtClean="0"/>
              <a:t>Motorola ist eine eingetragene Marke von Motorola Trademark Holdings, LLC. </a:t>
            </a:r>
          </a:p>
          <a:p>
            <a:pPr lvl="0"/>
            <a:r>
              <a:rPr lang="de-DE" dirty="0" err="1" smtClean="0"/>
              <a:t>Computop</a:t>
            </a:r>
            <a:r>
              <a:rPr lang="de-DE" dirty="0" smtClean="0"/>
              <a:t> ist eine eingetragene Marke der </a:t>
            </a:r>
            <a:r>
              <a:rPr lang="de-DE" dirty="0" err="1" smtClean="0"/>
              <a:t>Computop</a:t>
            </a:r>
            <a:r>
              <a:rPr lang="de-DE" dirty="0" smtClean="0"/>
              <a:t> Wirtschaftsinformatik GmbH.</a:t>
            </a:r>
          </a:p>
          <a:p>
            <a:pPr lvl="0"/>
            <a:r>
              <a:rPr lang="de-DE" dirty="0" smtClean="0"/>
              <a:t>SAP, R/3, SAP NetWeaver, </a:t>
            </a:r>
            <a:r>
              <a:rPr lang="de-DE" dirty="0" err="1" smtClean="0"/>
              <a:t>Duet</a:t>
            </a:r>
            <a:r>
              <a:rPr lang="de-DE" dirty="0" smtClean="0"/>
              <a:t>, </a:t>
            </a:r>
            <a:r>
              <a:rPr lang="de-DE" dirty="0" err="1" smtClean="0"/>
              <a:t>PartnerEdge</a:t>
            </a:r>
            <a:r>
              <a:rPr lang="de-DE" dirty="0" smtClean="0"/>
              <a:t>, </a:t>
            </a:r>
            <a:r>
              <a:rPr lang="de-DE" dirty="0" err="1" smtClean="0"/>
              <a:t>ByDesign</a:t>
            </a:r>
            <a:r>
              <a:rPr lang="de-DE" dirty="0" smtClean="0"/>
              <a:t>, SAP </a:t>
            </a:r>
            <a:r>
              <a:rPr lang="de-DE" dirty="0" err="1" smtClean="0"/>
              <a:t>BusinessObjects</a:t>
            </a:r>
            <a:r>
              <a:rPr lang="de-DE" dirty="0" smtClean="0"/>
              <a:t> Explorer, </a:t>
            </a:r>
            <a:r>
              <a:rPr lang="de-DE" dirty="0" err="1" smtClean="0"/>
              <a:t>StreamWork</a:t>
            </a:r>
            <a:r>
              <a:rPr lang="de-DE" dirty="0" smtClean="0"/>
              <a:t>, SAP HANA und weitere im Text erwähnte SAP-Produkte und</a:t>
            </a:r>
            <a:r>
              <a:rPr lang="de-DE" baseline="0" dirty="0" smtClean="0"/>
              <a:t> </a:t>
            </a:r>
            <a:r>
              <a:rPr lang="de-DE" dirty="0" smtClean="0"/>
              <a:t>-Dienst-leistungen sowie die entsprechenden Logos sind Marken oder eingetragene Marken der SAP AG in Deutschland und anderen Ländern.</a:t>
            </a:r>
          </a:p>
          <a:p>
            <a:pPr lvl="0"/>
            <a:r>
              <a:rPr lang="de-DE" dirty="0" smtClean="0"/>
              <a:t>Business Objects und das Business-Objects-Logo, </a:t>
            </a:r>
            <a:r>
              <a:rPr lang="de-DE" dirty="0" err="1" smtClean="0"/>
              <a:t>BusinessObjects</a:t>
            </a:r>
            <a:r>
              <a:rPr lang="de-DE" dirty="0" smtClean="0"/>
              <a:t>, Crystal Reports, Crystal </a:t>
            </a:r>
            <a:r>
              <a:rPr lang="de-DE" dirty="0" err="1" smtClean="0"/>
              <a:t>Decisions</a:t>
            </a:r>
            <a:r>
              <a:rPr lang="de-DE" dirty="0" smtClean="0"/>
              <a:t>, Web </a:t>
            </a:r>
            <a:r>
              <a:rPr lang="de-DE" dirty="0" err="1" smtClean="0"/>
              <a:t>Intelligence</a:t>
            </a:r>
            <a:r>
              <a:rPr lang="de-DE" dirty="0" smtClean="0"/>
              <a:t>, </a:t>
            </a:r>
            <a:r>
              <a:rPr lang="de-DE" dirty="0" err="1" smtClean="0"/>
              <a:t>Xcelsius</a:t>
            </a:r>
            <a:r>
              <a:rPr lang="de-DE" dirty="0" smtClean="0"/>
              <a:t> und andere im Text erwähnte Business-Objects-Produkte und ­Dienstleistungen sowie die entsprechenden Logos sind Marken </a:t>
            </a:r>
            <a:br>
              <a:rPr lang="de-DE" dirty="0" smtClean="0"/>
            </a:br>
            <a:r>
              <a:rPr lang="de-DE" dirty="0" smtClean="0"/>
              <a:t>oder eingetragene Marken der Business Objects Software Ltd. Business Objects ist ein Unternehmen der SAP AG.</a:t>
            </a:r>
          </a:p>
          <a:p>
            <a:pPr lvl="0"/>
            <a:r>
              <a:rPr lang="de-DE" dirty="0" err="1" smtClean="0"/>
              <a:t>Sybase</a:t>
            </a:r>
            <a:r>
              <a:rPr lang="de-DE" dirty="0" smtClean="0"/>
              <a:t> und Adaptive Server, </a:t>
            </a:r>
            <a:r>
              <a:rPr lang="de-DE" dirty="0" err="1" smtClean="0"/>
              <a:t>iAnywhere</a:t>
            </a:r>
            <a:r>
              <a:rPr lang="de-DE" dirty="0" smtClean="0"/>
              <a:t>, </a:t>
            </a:r>
            <a:r>
              <a:rPr lang="de-DE" dirty="0" err="1" smtClean="0"/>
              <a:t>Sybase</a:t>
            </a:r>
            <a:r>
              <a:rPr lang="de-DE" dirty="0" smtClean="0"/>
              <a:t> 365, SQL Anywhere und weitere im Text erwähnte </a:t>
            </a:r>
            <a:r>
              <a:rPr lang="de-DE" dirty="0" err="1" smtClean="0"/>
              <a:t>Sybase</a:t>
            </a:r>
            <a:r>
              <a:rPr lang="de-DE" dirty="0" smtClean="0"/>
              <a:t>-Produkte und -Dienstleistungen sowie die entsprechenden Logos sind Marken oder eingetragene Marken der </a:t>
            </a:r>
            <a:r>
              <a:rPr lang="de-DE" dirty="0" err="1" smtClean="0"/>
              <a:t>Sybase</a:t>
            </a:r>
            <a:r>
              <a:rPr lang="de-DE" dirty="0" smtClean="0"/>
              <a:t> Inc. </a:t>
            </a:r>
            <a:r>
              <a:rPr lang="de-DE" dirty="0" err="1" smtClean="0"/>
              <a:t>Sybase</a:t>
            </a:r>
            <a:r>
              <a:rPr lang="de-DE" dirty="0" smtClean="0"/>
              <a:t> ist ein Unternehmen der</a:t>
            </a:r>
            <a:br>
              <a:rPr lang="de-DE" dirty="0" smtClean="0"/>
            </a:br>
            <a:r>
              <a:rPr lang="de-DE" dirty="0" smtClean="0"/>
              <a:t>SAP AG.</a:t>
            </a:r>
          </a:p>
          <a:p>
            <a:pPr lvl="0"/>
            <a:r>
              <a:rPr lang="de-DE" dirty="0" err="1" smtClean="0"/>
              <a:t>Crossgate</a:t>
            </a:r>
            <a:r>
              <a:rPr lang="de-DE" dirty="0" smtClean="0"/>
              <a:t>, </a:t>
            </a:r>
            <a:r>
              <a:rPr lang="de-DE" dirty="0" err="1" smtClean="0"/>
              <a:t>m@gic</a:t>
            </a:r>
            <a:r>
              <a:rPr lang="de-DE" dirty="0" smtClean="0"/>
              <a:t> EDDY, B2B 360°, B2B 360° Services sind eingetragene Marken </a:t>
            </a:r>
            <a:br>
              <a:rPr lang="de-DE" dirty="0" smtClean="0"/>
            </a:br>
            <a:r>
              <a:rPr lang="de-DE" dirty="0" smtClean="0"/>
              <a:t>der </a:t>
            </a:r>
            <a:r>
              <a:rPr lang="de-DE" dirty="0" err="1" smtClean="0"/>
              <a:t>Crossgate</a:t>
            </a:r>
            <a:r>
              <a:rPr lang="de-DE" dirty="0" smtClean="0"/>
              <a:t> AG in Deutschland und anderen Ländern. </a:t>
            </a:r>
            <a:r>
              <a:rPr lang="de-DE" dirty="0" err="1" smtClean="0"/>
              <a:t>Crossgate</a:t>
            </a:r>
            <a:r>
              <a:rPr lang="de-DE" dirty="0" smtClean="0"/>
              <a:t> ist ein Unternehmen der SAP AG.</a:t>
            </a:r>
          </a:p>
          <a:p>
            <a:pPr lvl="0"/>
            <a:r>
              <a:rPr lang="de-DE" dirty="0" smtClean="0"/>
              <a:t>Alle anderen Namen von Produkten und Dienstleistungen sind Marken der jeweiligen Firmen. Die Angaben im Text sind unverbindlich und dienen lediglich zu Informations-zwecken. Produkte können länderspezifische Unterschiede aufweisen.</a:t>
            </a:r>
          </a:p>
          <a:p>
            <a:pPr lvl="0"/>
            <a:r>
              <a:rPr lang="de-DE" dirty="0" smtClean="0"/>
              <a:t>Die in dieser Publikation enthaltene Information ist Eigentum der SAP. Weitergabe und Vervielfältigung dieser Publikation oder von Teilen daraus sind, zu welchem Zweck und </a:t>
            </a:r>
            <a:br>
              <a:rPr lang="de-DE" dirty="0" smtClean="0"/>
            </a:br>
            <a:r>
              <a:rPr lang="de-DE" dirty="0" smtClean="0"/>
              <a:t>in welcher Form auch immer, nur mit ausdrücklicher schriftlicher Genehmigung durch </a:t>
            </a:r>
            <a:br>
              <a:rPr lang="de-DE" dirty="0" smtClean="0"/>
            </a:br>
            <a:r>
              <a:rPr lang="de-DE" dirty="0" smtClean="0"/>
              <a:t>SAP AG gestattet.</a:t>
            </a:r>
            <a:endParaRPr lang="de-DE"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bwMode="gray">
          <a:xfrm>
            <a:off x="324000" y="324000"/>
            <a:ext cx="8496000" cy="756000"/>
          </a:xfrm>
          <a:prstGeom prst="rect">
            <a:avLst/>
          </a:prstGeom>
        </p:spPr>
        <p:txBody>
          <a:bodyPr vert="horz" lIns="0" tIns="0" rIns="0" bIns="0" rtlCol="0" anchor="ctr" anchorCtr="0">
            <a:noAutofit/>
          </a:bodyPr>
          <a:lstStyle/>
          <a:p>
            <a:r>
              <a:rPr lang="en-US" noProof="0" dirty="0" smtClean="0"/>
              <a:t>Insert page title</a:t>
            </a:r>
            <a:endParaRPr lang="en-US" noProof="0" dirty="0"/>
          </a:p>
        </p:txBody>
      </p:sp>
      <p:sp>
        <p:nvSpPr>
          <p:cNvPr id="3" name="Text Placeholder 2"/>
          <p:cNvSpPr>
            <a:spLocks noGrp="1"/>
          </p:cNvSpPr>
          <p:nvPr>
            <p:ph type="body" idx="1"/>
          </p:nvPr>
        </p:nvSpPr>
        <p:spPr bwMode="gray">
          <a:xfrm>
            <a:off x="324000" y="1690687"/>
            <a:ext cx="8496000" cy="4391025"/>
          </a:xfrm>
          <a:prstGeom prst="rect">
            <a:avLst/>
          </a:prstGeom>
        </p:spPr>
        <p:txBody>
          <a:bodyPr vert="horz" lIns="0" tIns="0" rIns="0" bIns="0" rtlCol="0">
            <a:noAutofit/>
          </a:bodyPr>
          <a:lstStyle/>
          <a:p>
            <a:pPr lvl="0"/>
            <a:r>
              <a:rPr lang="en-US" noProof="0" dirty="0" smtClean="0"/>
              <a:t>First level</a:t>
            </a:r>
          </a:p>
          <a:p>
            <a:pPr lvl="1"/>
            <a:r>
              <a:rPr lang="en-US" noProof="0" dirty="0" smtClean="0"/>
              <a:t>Second level</a:t>
            </a:r>
          </a:p>
          <a:p>
            <a:pPr lvl="2"/>
            <a:r>
              <a:rPr lang="en-US" noProof="0" dirty="0" smtClean="0"/>
              <a:t>Third level</a:t>
            </a:r>
          </a:p>
          <a:p>
            <a:pPr lvl="3"/>
            <a:r>
              <a:rPr lang="en-US" noProof="0" dirty="0" smtClean="0"/>
              <a:t>Fourth level</a:t>
            </a:r>
          </a:p>
          <a:p>
            <a:pPr lvl="4"/>
            <a:r>
              <a:rPr lang="en-US" noProof="0" dirty="0" smtClean="0"/>
              <a:t>Fifth level</a:t>
            </a:r>
            <a:endParaRPr lang="en-US" noProof="0" dirty="0"/>
          </a:p>
        </p:txBody>
      </p:sp>
      <p:sp>
        <p:nvSpPr>
          <p:cNvPr id="33" name="Rectangle 32"/>
          <p:cNvSpPr/>
          <p:nvPr/>
        </p:nvSpPr>
        <p:spPr bwMode="gray">
          <a:xfrm>
            <a:off x="324000" y="0"/>
            <a:ext cx="8496000" cy="162000"/>
          </a:xfrm>
          <a:prstGeom prst="rect">
            <a:avLst/>
          </a:prstGeom>
          <a:solidFill>
            <a:schemeClr val="accent1"/>
          </a:solidFill>
          <a:ln w="9525"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600" b="0" i="0" u="none" strike="noStrike" kern="0" cap="none" spc="0" normalizeH="0" baseline="0" noProof="0" dirty="0" err="1" smtClean="0">
              <a:ln>
                <a:noFill/>
              </a:ln>
              <a:effectLst/>
              <a:uLnTx/>
              <a:uFillTx/>
              <a:ea typeface="Arial Unicode MS" pitchFamily="34" charset="-128"/>
              <a:cs typeface="Arial Unicode MS" pitchFamily="34" charset="-128"/>
            </a:endParaRPr>
          </a:p>
        </p:txBody>
      </p:sp>
      <p:cxnSp>
        <p:nvCxnSpPr>
          <p:cNvPr id="8" name="Straight Connector 7"/>
          <p:cNvCxnSpPr/>
          <p:nvPr/>
        </p:nvCxnSpPr>
        <p:spPr>
          <a:xfrm>
            <a:off x="324000" y="1231200"/>
            <a:ext cx="8496300" cy="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sp>
        <p:nvSpPr>
          <p:cNvPr id="95" name="Rectangle 94"/>
          <p:cNvSpPr/>
          <p:nvPr/>
        </p:nvSpPr>
        <p:spPr bwMode="white">
          <a:xfrm>
            <a:off x="324000" y="6535738"/>
            <a:ext cx="8496000" cy="324000"/>
          </a:xfrm>
          <a:prstGeom prst="rect">
            <a:avLst/>
          </a:prstGeom>
          <a:solidFill>
            <a:schemeClr val="tx1"/>
          </a:solidFill>
          <a:ln w="9525"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600" b="0" i="0" u="none" strike="noStrike" kern="0" cap="none" spc="0" normalizeH="0" baseline="0" noProof="0" dirty="0" err="1" smtClean="0">
              <a:ln>
                <a:noFill/>
              </a:ln>
              <a:effectLst/>
              <a:uLnTx/>
              <a:uFillTx/>
              <a:ea typeface="Arial Unicode MS" pitchFamily="34" charset="-128"/>
              <a:cs typeface="Arial Unicode MS" pitchFamily="34" charset="-128"/>
            </a:endParaRPr>
          </a:p>
        </p:txBody>
      </p:sp>
      <p:sp>
        <p:nvSpPr>
          <p:cNvPr id="10" name="TextBox 9"/>
          <p:cNvSpPr txBox="1"/>
          <p:nvPr/>
        </p:nvSpPr>
        <p:spPr bwMode="black">
          <a:xfrm>
            <a:off x="324000" y="6636183"/>
            <a:ext cx="1762268" cy="123111"/>
          </a:xfrm>
          <a:prstGeom prst="rect">
            <a:avLst/>
          </a:prstGeom>
          <a:noFill/>
        </p:spPr>
        <p:txBody>
          <a:bodyPr wrap="none" lIns="72000" tIns="0" rIns="0" bIns="0" rtlCol="0">
            <a:spAutoFit/>
          </a:bodyPr>
          <a:lstStyle/>
          <a:p>
            <a:pPr marL="133350" indent="-133350" algn="l">
              <a:buClr>
                <a:schemeClr val="bg1"/>
              </a:buClr>
              <a:buFont typeface="Arial" pitchFamily="34" charset="0"/>
              <a:buChar char="©"/>
              <a:tabLst/>
            </a:pPr>
            <a:r>
              <a:rPr lang="en-US" sz="800" noProof="0" smtClean="0">
                <a:solidFill>
                  <a:schemeClr val="bg1"/>
                </a:solidFill>
              </a:rPr>
              <a:t>2014 </a:t>
            </a:r>
            <a:r>
              <a:rPr lang="en-US" sz="800" noProof="0" dirty="0" smtClean="0">
                <a:solidFill>
                  <a:schemeClr val="bg1"/>
                </a:solidFill>
              </a:rPr>
              <a:t>SAP AG. All rights reserved.</a:t>
            </a:r>
          </a:p>
        </p:txBody>
      </p:sp>
      <p:sp>
        <p:nvSpPr>
          <p:cNvPr id="34" name="TextBox 33"/>
          <p:cNvSpPr txBox="1"/>
          <p:nvPr/>
        </p:nvSpPr>
        <p:spPr bwMode="black">
          <a:xfrm>
            <a:off x="8625588" y="6636183"/>
            <a:ext cx="197737" cy="123111"/>
          </a:xfrm>
          <a:prstGeom prst="rect">
            <a:avLst/>
          </a:prstGeom>
          <a:noFill/>
        </p:spPr>
        <p:txBody>
          <a:bodyPr wrap="none" lIns="0" tIns="0" rIns="72000" bIns="0" rtlCol="0">
            <a:spAutoFit/>
          </a:bodyPr>
          <a:lstStyle/>
          <a:p>
            <a:pPr marL="93663" indent="-93663" algn="r">
              <a:buClr>
                <a:schemeClr val="accent2"/>
              </a:buClr>
              <a:buFont typeface="Arial" pitchFamily="34" charset="0"/>
              <a:buNone/>
            </a:pPr>
            <a:fld id="{0BDC132A-5C91-4078-9777-31DA19A62E0A}" type="slidenum">
              <a:rPr lang="en-US" sz="800" baseline="0" noProof="0" smtClean="0">
                <a:solidFill>
                  <a:schemeClr val="bg1"/>
                </a:solidFill>
              </a:rPr>
              <a:pPr marL="93663" indent="-93663" algn="r">
                <a:buClr>
                  <a:schemeClr val="accent2"/>
                </a:buClr>
                <a:buFont typeface="Arial" pitchFamily="34" charset="0"/>
                <a:buNone/>
              </a:pPr>
              <a:t>‹#›</a:t>
            </a:fld>
            <a:endParaRPr lang="en-US" sz="800" noProof="0" dirty="0" smtClean="0">
              <a:solidFill>
                <a:schemeClr val="bg1"/>
              </a:solidFill>
            </a:endParaRPr>
          </a:p>
        </p:txBody>
      </p:sp>
      <p:sp>
        <p:nvSpPr>
          <p:cNvPr id="4" name="Information_Classification"/>
          <p:cNvSpPr txBox="1"/>
          <p:nvPr userDrawn="1"/>
        </p:nvSpPr>
        <p:spPr>
          <a:xfrm>
            <a:off x="7721600" y="6638354"/>
            <a:ext cx="347852" cy="153888"/>
          </a:xfrm>
          <a:prstGeom prst="rect">
            <a:avLst/>
          </a:prstGeom>
          <a:noFill/>
        </p:spPr>
        <p:txBody>
          <a:bodyPr vert="horz" wrap="none" lIns="0" tIns="0" rIns="0" bIns="0" rtlCol="0">
            <a:spAutoFit/>
          </a:bodyPr>
          <a:lstStyle/>
          <a:p>
            <a:pPr algn="l" fontAlgn="base">
              <a:spcBef>
                <a:spcPct val="50000"/>
              </a:spcBef>
              <a:spcAft>
                <a:spcPct val="0"/>
              </a:spcAft>
              <a:buClr>
                <a:srgbClr val="F0AB00"/>
              </a:buClr>
              <a:buSzPct val="80000"/>
            </a:pPr>
            <a:r>
              <a:rPr kumimoji="0" lang="en-US" sz="1000" b="0" i="0" u="none" kern="0" baseline="0" dirty="0" smtClean="0">
                <a:solidFill>
                  <a:srgbClr val="FFFFFF"/>
                </a:solidFill>
                <a:latin typeface="Arial"/>
                <a:ea typeface="Arial Unicode MS"/>
                <a:cs typeface="Arial Unicode MS" pitchFamily="34" charset="-128"/>
                <a:sym typeface="Arial"/>
              </a:rPr>
              <a:t>Public</a:t>
            </a:r>
          </a:p>
        </p:txBody>
      </p:sp>
    </p:spTree>
  </p:cSld>
  <p:clrMap bg1="lt1" tx1="dk1" bg2="lt2" tx2="dk2" accent1="accent1" accent2="accent2" accent3="accent3" accent4="accent4" accent5="accent5" accent6="accent6" hlink="hlink" folHlink="folHlink"/>
  <p:sldLayoutIdLst>
    <p:sldLayoutId id="2147483706" r:id="rId1"/>
    <p:sldLayoutId id="2147483707" r:id="rId2"/>
    <p:sldLayoutId id="2147483709" r:id="rId3"/>
    <p:sldLayoutId id="2147483708" r:id="rId4"/>
    <p:sldLayoutId id="2147483704" r:id="rId5"/>
    <p:sldLayoutId id="2147483689" r:id="rId6"/>
    <p:sldLayoutId id="2147483702" r:id="rId7"/>
    <p:sldLayoutId id="2147483684" r:id="rId8"/>
    <p:sldLayoutId id="2147483665" r:id="rId9"/>
    <p:sldLayoutId id="2147483683" r:id="rId10"/>
    <p:sldLayoutId id="2147483687" r:id="rId11"/>
    <p:sldLayoutId id="2147483710" r:id="rId12"/>
    <p:sldLayoutId id="2147483686" r:id="rId13"/>
    <p:sldLayoutId id="2147483669" r:id="rId14"/>
    <p:sldLayoutId id="2147483691" r:id="rId15"/>
    <p:sldLayoutId id="2147483688" r:id="rId16"/>
    <p:sldLayoutId id="2147483703" r:id="rId17"/>
    <p:sldLayoutId id="2147483685" r:id="rId18"/>
    <p:sldLayoutId id="2147483692" r:id="rId19"/>
    <p:sldLayoutId id="2147483674" r:id="rId20"/>
    <p:sldLayoutId id="2147483705" r:id="rId21"/>
  </p:sldLayoutIdLst>
  <p:hf hdr="0" ftr="0" dt="0"/>
  <p:txStyles>
    <p:titleStyle>
      <a:lvl1pPr algn="l" defTabSz="914400" rtl="0" eaLnBrk="1" latinLnBrk="0" hangingPunct="1">
        <a:spcBef>
          <a:spcPct val="0"/>
        </a:spcBef>
        <a:buNone/>
        <a:defRPr sz="2400" b="1" kern="1200">
          <a:solidFill>
            <a:schemeClr val="accent2"/>
          </a:solidFill>
          <a:latin typeface="+mj-lt"/>
          <a:ea typeface="+mj-ea"/>
          <a:cs typeface="+mj-cs"/>
        </a:defRPr>
      </a:lvl1pPr>
    </p:titleStyle>
    <p:bodyStyle>
      <a:lvl1pPr marL="0" indent="0" algn="l" defTabSz="914400" rtl="0" eaLnBrk="1" latinLnBrk="0" hangingPunct="1">
        <a:spcBef>
          <a:spcPts val="1620"/>
        </a:spcBef>
        <a:buClr>
          <a:schemeClr val="accent1"/>
        </a:buClr>
        <a:buSzPct val="80000"/>
        <a:buFontTx/>
        <a:buNone/>
        <a:defRPr sz="1800" b="1" kern="1200">
          <a:solidFill>
            <a:schemeClr val="tx1"/>
          </a:solidFill>
          <a:latin typeface="+mn-lt"/>
          <a:ea typeface="+mn-ea"/>
          <a:cs typeface="+mn-cs"/>
        </a:defRPr>
      </a:lvl1pPr>
      <a:lvl2pPr marL="0" indent="0" algn="l" defTabSz="914400" rtl="0" eaLnBrk="1" latinLnBrk="0" hangingPunct="1">
        <a:spcBef>
          <a:spcPts val="600"/>
        </a:spcBef>
        <a:buClr>
          <a:schemeClr val="accent1"/>
        </a:buClr>
        <a:buSzPct val="80000"/>
        <a:buFont typeface="Wingdings" pitchFamily="2" charset="2"/>
        <a:buNone/>
        <a:defRPr sz="1800" kern="1200">
          <a:solidFill>
            <a:schemeClr val="tx1"/>
          </a:solidFill>
          <a:latin typeface="+mn-lt"/>
          <a:ea typeface="+mn-ea"/>
          <a:cs typeface="+mn-cs"/>
        </a:defRPr>
      </a:lvl2pPr>
      <a:lvl3pPr marL="180000" indent="-180000" algn="l" defTabSz="914400" rtl="0" eaLnBrk="1" latinLnBrk="0" hangingPunct="1">
        <a:spcBef>
          <a:spcPts val="400"/>
        </a:spcBef>
        <a:buClr>
          <a:schemeClr val="accent1"/>
        </a:buClr>
        <a:buSzPct val="100000"/>
        <a:buFont typeface="Wingdings" pitchFamily="2" charset="2"/>
        <a:buChar char=""/>
        <a:defRPr sz="1600" kern="1200">
          <a:solidFill>
            <a:schemeClr val="tx1"/>
          </a:solidFill>
          <a:latin typeface="+mn-lt"/>
          <a:ea typeface="+mn-ea"/>
          <a:cs typeface="+mn-cs"/>
        </a:defRPr>
      </a:lvl3pPr>
      <a:lvl4pPr marL="360000" indent="-180000" algn="l" defTabSz="914400" rtl="0" eaLnBrk="1" latinLnBrk="0" hangingPunct="1">
        <a:spcBef>
          <a:spcPts val="400"/>
        </a:spcBef>
        <a:buClr>
          <a:schemeClr val="accent2"/>
        </a:buClr>
        <a:buSzPct val="100000"/>
        <a:buFont typeface="Arial" pitchFamily="34" charset="0"/>
        <a:buChar char="–"/>
        <a:defRPr sz="1400" kern="1200">
          <a:solidFill>
            <a:schemeClr val="tx1"/>
          </a:solidFill>
          <a:latin typeface="+mn-lt"/>
          <a:ea typeface="+mn-ea"/>
          <a:cs typeface="+mn-cs"/>
        </a:defRPr>
      </a:lvl4pPr>
      <a:lvl5pPr marL="541338" indent="-180000" algn="l" defTabSz="914400" rtl="0" eaLnBrk="1" latinLnBrk="0" hangingPunct="1">
        <a:spcBef>
          <a:spcPts val="250"/>
        </a:spcBef>
        <a:buClr>
          <a:schemeClr val="accent2"/>
        </a:buClr>
        <a:buSzPct val="100000"/>
        <a:buFont typeface="Courier New" pitchFamily="49" charset="0"/>
        <a:buChar char="o"/>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hyperlink" Target="http://docs.oracle.com/javase/tutorial/jaxp" TargetMode="External"/><Relationship Id="rId7" Type="http://schemas.openxmlformats.org/officeDocument/2006/relationships/hyperlink" Target="http://www.oracle.com/technetwork/articles/java/json-1973242.html" TargetMode="External"/><Relationship Id="rId2" Type="http://schemas.openxmlformats.org/officeDocument/2006/relationships/hyperlink" Target="http://en.wikipedia.org/wiki/XML" TargetMode="External"/><Relationship Id="rId1" Type="http://schemas.openxmlformats.org/officeDocument/2006/relationships/slideLayout" Target="../slideLayouts/slideLayout10.xml"/><Relationship Id="rId6" Type="http://schemas.openxmlformats.org/officeDocument/2006/relationships/hyperlink" Target="http://www.json.org/" TargetMode="External"/><Relationship Id="rId5" Type="http://schemas.openxmlformats.org/officeDocument/2006/relationships/hyperlink" Target="http://www.mkyong.com/java/how-to-create-xml-file-in-java-dom" TargetMode="External"/><Relationship Id="rId4" Type="http://schemas.openxmlformats.org/officeDocument/2006/relationships/hyperlink" Target="http://www.javacodegeeks.com/2013/05/parsing-xml-using-dom-sax-and-stax-parser-in-java.html" TargetMode="Externa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M:\Templates_Guidelines\eOn\_Presentations\_Templates\_Corporate_4x3\272641_l_srgb_s_gl.jp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11128"/>
          <a:stretch/>
        </p:blipFill>
        <p:spPr bwMode="auto">
          <a:xfrm>
            <a:off x="-1" y="-1"/>
            <a:ext cx="9144001"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bwMode="gray">
          <a:xfrm>
            <a:off x="324000" y="-1"/>
            <a:ext cx="8496000" cy="2143126"/>
          </a:xfrm>
          <a:prstGeom prst="rect">
            <a:avLst/>
          </a:prstGeom>
          <a:solidFill>
            <a:schemeClr val="bg1">
              <a:alpha val="75000"/>
            </a:schemeClr>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b="0" i="0" u="none" strike="noStrike" kern="0" cap="none" spc="0" normalizeH="0" baseline="0" noProof="0" dirty="0" smtClean="0">
              <a:ln>
                <a:noFill/>
              </a:ln>
              <a:effectLst/>
              <a:uLnTx/>
              <a:uFillTx/>
              <a:ea typeface="Arial Unicode MS" pitchFamily="34" charset="-128"/>
              <a:cs typeface="Arial Unicode MS" pitchFamily="34" charset="-128"/>
            </a:endParaRPr>
          </a:p>
        </p:txBody>
      </p:sp>
      <p:pic>
        <p:nvPicPr>
          <p:cNvPr id="6" name="Picture 5" descr="SAP_grad_R_pref.pn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28613" y="6081713"/>
            <a:ext cx="916953" cy="454025"/>
          </a:xfrm>
          <a:prstGeom prst="rect">
            <a:avLst/>
          </a:prstGeom>
        </p:spPr>
      </p:pic>
      <p:sp>
        <p:nvSpPr>
          <p:cNvPr id="7" name="Rectangle 6"/>
          <p:cNvSpPr/>
          <p:nvPr/>
        </p:nvSpPr>
        <p:spPr bwMode="gray">
          <a:xfrm>
            <a:off x="324000" y="0"/>
            <a:ext cx="8496000" cy="162000"/>
          </a:xfrm>
          <a:prstGeom prst="rect">
            <a:avLst/>
          </a:prstGeom>
          <a:solidFill>
            <a:schemeClr val="accent1"/>
          </a:solidFill>
          <a:ln w="9525"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600" b="0" i="0" u="none" strike="noStrike" kern="0" cap="none" spc="0" normalizeH="0" baseline="0" noProof="0" dirty="0" smtClean="0">
              <a:ln>
                <a:noFill/>
              </a:ln>
              <a:effectLst/>
              <a:uLnTx/>
              <a:uFillTx/>
              <a:ea typeface="Arial Unicode MS" pitchFamily="34" charset="-128"/>
              <a:cs typeface="Arial Unicode MS" pitchFamily="34" charset="-128"/>
            </a:endParaRPr>
          </a:p>
        </p:txBody>
      </p:sp>
      <p:sp>
        <p:nvSpPr>
          <p:cNvPr id="2" name="Title 1"/>
          <p:cNvSpPr>
            <a:spLocks noGrp="1"/>
          </p:cNvSpPr>
          <p:nvPr>
            <p:ph type="title"/>
          </p:nvPr>
        </p:nvSpPr>
        <p:spPr/>
        <p:txBody>
          <a:bodyPr/>
          <a:lstStyle/>
          <a:p>
            <a:r>
              <a:rPr lang="bg-BG" dirty="0" smtClean="0"/>
              <a:t>Работа с </a:t>
            </a:r>
            <a:r>
              <a:rPr lang="en-US" dirty="0" smtClean="0"/>
              <a:t>XML </a:t>
            </a:r>
            <a:r>
              <a:rPr lang="bg-BG" dirty="0" smtClean="0"/>
              <a:t>и </a:t>
            </a:r>
            <a:r>
              <a:rPr lang="en-US" dirty="0" smtClean="0"/>
              <a:t>JSON</a:t>
            </a:r>
            <a:endParaRPr lang="en-US" dirty="0"/>
          </a:p>
        </p:txBody>
      </p:sp>
      <p:sp>
        <p:nvSpPr>
          <p:cNvPr id="3" name="Subtitle 2"/>
          <p:cNvSpPr>
            <a:spLocks noGrp="1"/>
          </p:cNvSpPr>
          <p:nvPr>
            <p:ph type="subTitle" idx="1"/>
          </p:nvPr>
        </p:nvSpPr>
        <p:spPr>
          <a:xfrm>
            <a:off x="414000" y="1499870"/>
            <a:ext cx="6840000" cy="492443"/>
          </a:xfrm>
        </p:spPr>
        <p:txBody>
          <a:bodyPr/>
          <a:lstStyle/>
          <a:p>
            <a:r>
              <a:rPr lang="bg-BG" dirty="0" smtClean="0"/>
              <a:t>Иван Ст. Иванов, Кирил Гавраилов </a:t>
            </a:r>
            <a:r>
              <a:rPr lang="en-US" dirty="0" smtClean="0"/>
              <a:t>/</a:t>
            </a:r>
            <a:r>
              <a:rPr lang="bg-BG" dirty="0" smtClean="0"/>
              <a:t> </a:t>
            </a:r>
            <a:r>
              <a:rPr lang="en-US" dirty="0" smtClean="0"/>
              <a:t>SAP Labs Bulgaria</a:t>
            </a:r>
            <a:br>
              <a:rPr lang="en-US" dirty="0" smtClean="0"/>
            </a:br>
            <a:r>
              <a:rPr lang="bg-BG" dirty="0" smtClean="0"/>
              <a:t>Декември</a:t>
            </a:r>
            <a:r>
              <a:rPr lang="en-US" dirty="0" smtClean="0"/>
              <a:t>, 201</a:t>
            </a:r>
            <a:r>
              <a:rPr lang="bg-BG" dirty="0" smtClean="0"/>
              <a:t>4</a:t>
            </a:r>
            <a:endParaRPr lang="en-US" dirty="0" smtClean="0"/>
          </a:p>
        </p:txBody>
      </p:sp>
      <p:sp>
        <p:nvSpPr>
          <p:cNvPr id="4" name="ConfidentialFlag"/>
          <p:cNvSpPr txBox="1"/>
          <p:nvPr/>
        </p:nvSpPr>
        <p:spPr>
          <a:xfrm>
            <a:off x="8136001" y="1776774"/>
            <a:ext cx="615696" cy="246221"/>
          </a:xfrm>
          <a:prstGeom prst="rect">
            <a:avLst/>
          </a:prstGeom>
          <a:noFill/>
        </p:spPr>
        <p:txBody>
          <a:bodyPr vert="horz" wrap="square" lIns="0" tIns="0" rIns="0" bIns="0" rtlCol="0" anchor="b">
            <a:spAutoFit/>
          </a:bodyPr>
          <a:lstStyle/>
          <a:p>
            <a:pPr algn="r" fontAlgn="base">
              <a:spcBef>
                <a:spcPct val="50000"/>
              </a:spcBef>
              <a:spcAft>
                <a:spcPct val="0"/>
              </a:spcAft>
              <a:buClr>
                <a:srgbClr val="F0AB00"/>
              </a:buClr>
              <a:buSzPct val="80000"/>
            </a:pPr>
            <a:r>
              <a:rPr lang="en-US" sz="1600" kern="0" dirty="0" smtClean="0">
                <a:solidFill>
                  <a:srgbClr val="000000"/>
                </a:solidFill>
                <a:ea typeface="Arial Unicode MS" pitchFamily="34" charset="-128"/>
                <a:cs typeface="Arial Unicode MS" pitchFamily="34" charset="-128"/>
              </a:rPr>
              <a:t>Public</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sz="3200" dirty="0"/>
              <a:t>С</a:t>
            </a:r>
            <a:r>
              <a:rPr lang="bg-BG" sz="3200" dirty="0" smtClean="0"/>
              <a:t>ъдържание</a:t>
            </a:r>
            <a:endParaRPr lang="en-US" sz="3200" dirty="0"/>
          </a:p>
        </p:txBody>
      </p:sp>
      <p:sp>
        <p:nvSpPr>
          <p:cNvPr id="3" name="Text Placeholder 2"/>
          <p:cNvSpPr>
            <a:spLocks noGrp="1"/>
          </p:cNvSpPr>
          <p:nvPr>
            <p:ph type="body" sz="quarter" idx="10"/>
          </p:nvPr>
        </p:nvSpPr>
        <p:spPr/>
        <p:txBody>
          <a:bodyPr/>
          <a:lstStyle/>
          <a:p>
            <a:r>
              <a:rPr lang="bg-BG" sz="2800" b="1" dirty="0" smtClean="0"/>
              <a:t>Кратък преглед на </a:t>
            </a:r>
            <a:r>
              <a:rPr lang="en-US" sz="2800" b="1" dirty="0" smtClean="0"/>
              <a:t>XML</a:t>
            </a:r>
            <a:endParaRPr lang="en-US" sz="2800" b="1" dirty="0"/>
          </a:p>
          <a:p>
            <a:r>
              <a:rPr lang="bg-BG" sz="2800" b="1" dirty="0" smtClean="0"/>
              <a:t>Въведение в </a:t>
            </a:r>
            <a:r>
              <a:rPr lang="en-US" sz="2800" b="1" dirty="0" smtClean="0"/>
              <a:t>JAXP</a:t>
            </a:r>
            <a:endParaRPr lang="en-US" sz="2000" b="1" dirty="0" smtClean="0"/>
          </a:p>
          <a:p>
            <a:r>
              <a:rPr lang="en-US" sz="2800" b="1" dirty="0" smtClean="0"/>
              <a:t>DOM, SAX </a:t>
            </a:r>
            <a:r>
              <a:rPr lang="bg-BG" sz="2800" b="1" dirty="0" smtClean="0"/>
              <a:t>и </a:t>
            </a:r>
            <a:r>
              <a:rPr lang="en-US" sz="2800" b="1" dirty="0" err="1" smtClean="0"/>
              <a:t>StAX</a:t>
            </a:r>
            <a:r>
              <a:rPr lang="en-US" sz="2800" b="1" dirty="0" smtClean="0"/>
              <a:t> </a:t>
            </a:r>
            <a:r>
              <a:rPr lang="bg-BG" sz="2800" b="1" dirty="0" err="1" smtClean="0"/>
              <a:t>парсване</a:t>
            </a:r>
            <a:endParaRPr lang="bg-BG" sz="2800" b="1" dirty="0" smtClean="0"/>
          </a:p>
          <a:p>
            <a:r>
              <a:rPr lang="bg-BG" sz="2800" b="1" dirty="0" smtClean="0"/>
              <a:t>Кратък преглед на </a:t>
            </a:r>
            <a:r>
              <a:rPr lang="en-US" sz="2800" b="1" dirty="0" smtClean="0"/>
              <a:t>JSON</a:t>
            </a:r>
          </a:p>
          <a:p>
            <a:r>
              <a:rPr lang="bg-BG" sz="2800" b="1" dirty="0" smtClean="0"/>
              <a:t>Въведение в </a:t>
            </a:r>
            <a:r>
              <a:rPr lang="en-US" sz="2800" b="1" dirty="0" smtClean="0"/>
              <a:t>JSONP</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err="1" smtClean="0"/>
              <a:t>eXtensible</a:t>
            </a:r>
            <a:r>
              <a:rPr lang="en-US" sz="3200" dirty="0" smtClean="0"/>
              <a:t> Markup Language</a:t>
            </a:r>
            <a:endParaRPr lang="en-US" sz="3200" dirty="0"/>
          </a:p>
        </p:txBody>
      </p:sp>
      <p:sp>
        <p:nvSpPr>
          <p:cNvPr id="3" name="Text Placeholder 2"/>
          <p:cNvSpPr>
            <a:spLocks noGrp="1"/>
          </p:cNvSpPr>
          <p:nvPr>
            <p:ph type="body" sz="quarter" idx="10"/>
          </p:nvPr>
        </p:nvSpPr>
        <p:spPr>
          <a:xfrm>
            <a:off x="324000" y="1296365"/>
            <a:ext cx="8494713" cy="4785348"/>
          </a:xfrm>
        </p:spPr>
        <p:txBody>
          <a:bodyPr/>
          <a:lstStyle/>
          <a:p>
            <a:pPr marL="342900" indent="-342900">
              <a:buFont typeface="Wingdings" panose="05000000000000000000" pitchFamily="2" charset="2"/>
              <a:buChar char="q"/>
            </a:pPr>
            <a:r>
              <a:rPr lang="en-US" sz="2400" b="0" dirty="0" smtClean="0"/>
              <a:t>Mark up </a:t>
            </a:r>
            <a:r>
              <a:rPr lang="bg-BG" sz="2400" b="0" dirty="0" smtClean="0"/>
              <a:t>език</a:t>
            </a:r>
            <a:endParaRPr lang="en-US" sz="2400" b="0" dirty="0" smtClean="0"/>
          </a:p>
          <a:p>
            <a:pPr marL="342900" indent="-342900">
              <a:buFont typeface="Wingdings" panose="05000000000000000000" pitchFamily="2" charset="2"/>
              <a:buChar char="q"/>
            </a:pPr>
            <a:r>
              <a:rPr lang="ru-RU" sz="2400" b="0" dirty="0" smtClean="0"/>
              <a:t>Текстов: </a:t>
            </a:r>
            <a:r>
              <a:rPr lang="bg-BG" sz="2400" b="0" dirty="0" smtClean="0"/>
              <a:t>четим</a:t>
            </a:r>
            <a:r>
              <a:rPr lang="ru-RU" sz="2400" b="0" dirty="0" smtClean="0"/>
              <a:t> от хора и от </a:t>
            </a:r>
            <a:r>
              <a:rPr lang="bg-BG" sz="2400" b="0" dirty="0" smtClean="0"/>
              <a:t>компютри</a:t>
            </a:r>
            <a:endParaRPr lang="en-US" sz="2400" b="0" dirty="0" smtClean="0"/>
          </a:p>
          <a:p>
            <a:pPr marL="342900" indent="-342900">
              <a:buFont typeface="Wingdings" panose="05000000000000000000" pitchFamily="2" charset="2"/>
              <a:buChar char="q"/>
            </a:pPr>
            <a:r>
              <a:rPr lang="bg-BG" sz="2400" b="0" dirty="0" smtClean="0"/>
              <a:t>Основни понятия</a:t>
            </a:r>
          </a:p>
          <a:p>
            <a:pPr marL="702900" lvl="3" indent="-342900">
              <a:buFont typeface="Wingdings" panose="05000000000000000000" pitchFamily="2" charset="2"/>
              <a:buChar char="q"/>
            </a:pPr>
            <a:r>
              <a:rPr lang="en-US" sz="2000" dirty="0" smtClean="0"/>
              <a:t>tag </a:t>
            </a:r>
            <a:r>
              <a:rPr lang="en-US" sz="2000" b="1" dirty="0" smtClean="0">
                <a:latin typeface="Consolas" panose="020B0609020204030204" pitchFamily="49" charset="0"/>
                <a:cs typeface="Consolas" panose="020B0609020204030204" pitchFamily="49" charset="0"/>
              </a:rPr>
              <a:t>&lt;message&gt;, &lt;/message&gt;, &lt;message/&gt;</a:t>
            </a:r>
          </a:p>
          <a:p>
            <a:pPr marL="702900" lvl="3" indent="-342900">
              <a:buFont typeface="Wingdings" panose="05000000000000000000" pitchFamily="2" charset="2"/>
              <a:buChar char="q"/>
            </a:pPr>
            <a:r>
              <a:rPr lang="en-US" sz="2000" b="0" dirty="0" smtClean="0"/>
              <a:t>element  </a:t>
            </a:r>
            <a:r>
              <a:rPr lang="en-US" sz="2000" b="1" dirty="0" smtClean="0">
                <a:latin typeface="Consolas" panose="020B0609020204030204" pitchFamily="49" charset="0"/>
                <a:cs typeface="Consolas" panose="020B0609020204030204" pitchFamily="49" charset="0"/>
              </a:rPr>
              <a:t>&lt;message&gt;Hello&lt;/message&gt;</a:t>
            </a:r>
          </a:p>
          <a:p>
            <a:pPr marL="702900" lvl="3" indent="-342900">
              <a:buFont typeface="Wingdings" panose="05000000000000000000" pitchFamily="2" charset="2"/>
              <a:buChar char="q"/>
            </a:pPr>
            <a:r>
              <a:rPr lang="en-US" sz="2000" dirty="0" smtClean="0"/>
              <a:t>attribute </a:t>
            </a:r>
            <a:r>
              <a:rPr lang="en-US" sz="2000" b="1" dirty="0">
                <a:latin typeface="Consolas" panose="020B0609020204030204" pitchFamily="49" charset="0"/>
                <a:cs typeface="Consolas" panose="020B0609020204030204" pitchFamily="49" charset="0"/>
              </a:rPr>
              <a:t>&lt;</a:t>
            </a:r>
            <a:r>
              <a:rPr lang="en-US" sz="2000" b="1" dirty="0" smtClean="0">
                <a:latin typeface="Consolas" panose="020B0609020204030204" pitchFamily="49" charset="0"/>
                <a:cs typeface="Consolas" panose="020B0609020204030204" pitchFamily="49" charset="0"/>
              </a:rPr>
              <a:t>message </a:t>
            </a:r>
            <a:r>
              <a:rPr lang="en-US" sz="2000" b="1" dirty="0" smtClean="0">
                <a:solidFill>
                  <a:schemeClr val="accent1"/>
                </a:solidFill>
                <a:latin typeface="Consolas" panose="020B0609020204030204" pitchFamily="49" charset="0"/>
                <a:cs typeface="Consolas" panose="020B0609020204030204" pitchFamily="49" charset="0"/>
              </a:rPr>
              <a:t>language=</a:t>
            </a:r>
            <a:r>
              <a:rPr lang="en-US" sz="2000" b="1" dirty="0">
                <a:solidFill>
                  <a:schemeClr val="accent1"/>
                </a:solidFill>
                <a:latin typeface="Consolas" panose="020B0609020204030204" pitchFamily="49" charset="0"/>
                <a:cs typeface="Consolas" panose="020B0609020204030204" pitchFamily="49" charset="0"/>
              </a:rPr>
              <a:t>"</a:t>
            </a:r>
            <a:r>
              <a:rPr lang="en-US" sz="2000" b="1" dirty="0" smtClean="0">
                <a:solidFill>
                  <a:schemeClr val="accent1"/>
                </a:solidFill>
                <a:latin typeface="Consolas" panose="020B0609020204030204" pitchFamily="49" charset="0"/>
                <a:cs typeface="Consolas" panose="020B0609020204030204" pitchFamily="49" charset="0"/>
              </a:rPr>
              <a:t>English</a:t>
            </a:r>
            <a:r>
              <a:rPr lang="en-US" sz="2000" b="1" dirty="0">
                <a:solidFill>
                  <a:schemeClr val="accent1"/>
                </a:solidFill>
                <a:latin typeface="Consolas" panose="020B0609020204030204" pitchFamily="49" charset="0"/>
                <a:cs typeface="Consolas" panose="020B0609020204030204" pitchFamily="49" charset="0"/>
              </a:rPr>
              <a:t>"</a:t>
            </a:r>
            <a:r>
              <a:rPr lang="en-US" sz="2000" b="1" dirty="0" smtClean="0">
                <a:latin typeface="Consolas" panose="020B0609020204030204" pitchFamily="49" charset="0"/>
                <a:cs typeface="Consolas" panose="020B0609020204030204" pitchFamily="49" charset="0"/>
              </a:rPr>
              <a:t>&gt;</a:t>
            </a:r>
          </a:p>
          <a:p>
            <a:pPr marL="702900" lvl="3" indent="-342900">
              <a:buFont typeface="Wingdings" panose="05000000000000000000" pitchFamily="2" charset="2"/>
              <a:buChar char="q"/>
            </a:pPr>
            <a:r>
              <a:rPr lang="en-US" sz="2000" dirty="0" smtClean="0"/>
              <a:t>content </a:t>
            </a:r>
            <a:r>
              <a:rPr lang="en-US" sz="2000" b="1" dirty="0">
                <a:latin typeface="Consolas" panose="020B0609020204030204" pitchFamily="49" charset="0"/>
                <a:cs typeface="Consolas" panose="020B0609020204030204" pitchFamily="49" charset="0"/>
              </a:rPr>
              <a:t>&lt;message&gt;</a:t>
            </a:r>
            <a:r>
              <a:rPr lang="en-US" sz="2000" b="1" dirty="0">
                <a:solidFill>
                  <a:schemeClr val="accent1"/>
                </a:solidFill>
                <a:latin typeface="Consolas" panose="020B0609020204030204" pitchFamily="49" charset="0"/>
                <a:cs typeface="Consolas" panose="020B0609020204030204" pitchFamily="49" charset="0"/>
              </a:rPr>
              <a:t>Hello</a:t>
            </a:r>
            <a:r>
              <a:rPr lang="en-US" sz="2000" b="1" dirty="0">
                <a:latin typeface="Consolas" panose="020B0609020204030204" pitchFamily="49" charset="0"/>
                <a:cs typeface="Consolas" panose="020B0609020204030204" pitchFamily="49" charset="0"/>
              </a:rPr>
              <a:t>&lt;/message&gt;</a:t>
            </a:r>
            <a:endParaRPr lang="bg-BG" sz="2000" b="1" dirty="0" smtClean="0">
              <a:latin typeface="Consolas" panose="020B0609020204030204" pitchFamily="49" charset="0"/>
              <a:cs typeface="Consolas" panose="020B0609020204030204" pitchFamily="49" charset="0"/>
            </a:endParaRPr>
          </a:p>
          <a:p>
            <a:pPr marL="342900" indent="-342900">
              <a:buFont typeface="Wingdings" panose="05000000000000000000" pitchFamily="2" charset="2"/>
              <a:buChar char="q"/>
            </a:pPr>
            <a:r>
              <a:rPr lang="bg-BG" sz="2400" b="0" dirty="0" smtClean="0"/>
              <a:t>Дефиниция на формата със схема или </a:t>
            </a:r>
            <a:r>
              <a:rPr lang="en-US" sz="2400" b="0" dirty="0" smtClean="0"/>
              <a:t>DTD</a:t>
            </a:r>
            <a:endParaRPr lang="bg-BG" sz="2400" b="0" dirty="0" smtClean="0"/>
          </a:p>
          <a:p>
            <a:pPr marL="342900" indent="-342900">
              <a:buFont typeface="Wingdings" panose="05000000000000000000" pitchFamily="2" charset="2"/>
              <a:buChar char="q"/>
            </a:pPr>
            <a:r>
              <a:rPr lang="ru-RU" sz="2400" b="0" dirty="0" smtClean="0"/>
              <a:t>Приложение: </a:t>
            </a:r>
          </a:p>
          <a:p>
            <a:pPr marL="702900" lvl="3" indent="-342900">
              <a:buFont typeface="Wingdings" panose="05000000000000000000" pitchFamily="2" charset="2"/>
              <a:buChar char="q"/>
            </a:pPr>
            <a:r>
              <a:rPr lang="ru-RU" sz="2000" b="0" dirty="0" smtClean="0"/>
              <a:t>описание на </a:t>
            </a:r>
            <a:r>
              <a:rPr lang="bg-BG" sz="2000" b="0" dirty="0" smtClean="0"/>
              <a:t>сложни</a:t>
            </a:r>
            <a:r>
              <a:rPr lang="ru-RU" sz="2000" b="0" dirty="0" smtClean="0"/>
              <a:t> </a:t>
            </a:r>
            <a:r>
              <a:rPr lang="ru-RU" sz="2000" b="0" dirty="0" err="1" smtClean="0"/>
              <a:t>структури</a:t>
            </a:r>
            <a:r>
              <a:rPr lang="ru-RU" sz="2000" b="0" dirty="0" smtClean="0"/>
              <a:t> от </a:t>
            </a:r>
            <a:r>
              <a:rPr lang="ru-RU" sz="2000" b="0" dirty="0" err="1" smtClean="0"/>
              <a:t>данни</a:t>
            </a:r>
            <a:endParaRPr lang="ru-RU" sz="2000" b="0" dirty="0" smtClean="0"/>
          </a:p>
          <a:p>
            <a:pPr marL="702900" lvl="3" indent="-342900">
              <a:buFont typeface="Wingdings" panose="05000000000000000000" pitchFamily="2" charset="2"/>
              <a:buChar char="q"/>
            </a:pPr>
            <a:r>
              <a:rPr lang="ru-RU" sz="2000" dirty="0" err="1" smtClean="0"/>
              <a:t>съхранение</a:t>
            </a:r>
            <a:r>
              <a:rPr lang="ru-RU" sz="2000" dirty="0" smtClean="0"/>
              <a:t> и обмен на информация</a:t>
            </a:r>
          </a:p>
          <a:p>
            <a:pPr marL="702900" lvl="3" indent="-342900">
              <a:buFont typeface="Wingdings" panose="05000000000000000000" pitchFamily="2" charset="2"/>
              <a:buChar char="q"/>
            </a:pPr>
            <a:endParaRPr lang="ru-RU" sz="2000" dirty="0" smtClean="0"/>
          </a:p>
          <a:p>
            <a:pPr marL="702900" lvl="3" indent="-342900">
              <a:buFont typeface="Wingdings" panose="05000000000000000000" pitchFamily="2" charset="2"/>
              <a:buChar char="q"/>
            </a:pPr>
            <a:endParaRPr lang="ru-RU" sz="2000" b="0" dirty="0"/>
          </a:p>
        </p:txBody>
      </p:sp>
    </p:spTree>
  </p:cSld>
  <p:clrMapOvr>
    <a:masterClrMapping/>
  </p:clrMapOvr>
  <p:transition spd="med"/>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sz="3200" dirty="0" smtClean="0"/>
              <a:t>Примерен </a:t>
            </a:r>
            <a:r>
              <a:rPr lang="en-US" sz="3200" dirty="0" smtClean="0"/>
              <a:t>XML</a:t>
            </a:r>
            <a:endParaRPr lang="en-US" sz="3200" dirty="0"/>
          </a:p>
        </p:txBody>
      </p:sp>
      <p:sp>
        <p:nvSpPr>
          <p:cNvPr id="3" name="Text Placeholder 2"/>
          <p:cNvSpPr>
            <a:spLocks noGrp="1"/>
          </p:cNvSpPr>
          <p:nvPr>
            <p:ph type="body" sz="quarter" idx="10"/>
          </p:nvPr>
        </p:nvSpPr>
        <p:spPr>
          <a:xfrm>
            <a:off x="324000" y="1296365"/>
            <a:ext cx="8494713" cy="4785348"/>
          </a:xfrm>
        </p:spPr>
        <p:txBody>
          <a:bodyPr/>
          <a:lstStyle/>
          <a:p>
            <a:pPr>
              <a:spcBef>
                <a:spcPts val="0"/>
              </a:spcBef>
            </a:pPr>
            <a:r>
              <a:rPr lang="en-US" sz="2400" b="0" dirty="0" smtClean="0">
                <a:latin typeface="Courier New" panose="02070309020205020404" pitchFamily="49" charset="0"/>
                <a:cs typeface="Courier New" panose="02070309020205020404" pitchFamily="49" charset="0"/>
              </a:rPr>
              <a:t>&lt;</a:t>
            </a:r>
            <a:r>
              <a:rPr lang="en-US" sz="2400" b="0" dirty="0">
                <a:latin typeface="Courier New" panose="02070309020205020404" pitchFamily="49" charset="0"/>
                <a:cs typeface="Courier New" panose="02070309020205020404" pitchFamily="49" charset="0"/>
              </a:rPr>
              <a:t>students&gt;</a:t>
            </a:r>
          </a:p>
          <a:p>
            <a:pPr>
              <a:spcBef>
                <a:spcPts val="0"/>
              </a:spcBef>
            </a:pPr>
            <a:r>
              <a:rPr lang="en-US" sz="2400" b="0" dirty="0">
                <a:latin typeface="Courier New" panose="02070309020205020404" pitchFamily="49" charset="0"/>
                <a:cs typeface="Courier New" panose="02070309020205020404" pitchFamily="49" charset="0"/>
              </a:rPr>
              <a:t>  &lt;student id="111"&gt;</a:t>
            </a:r>
          </a:p>
          <a:p>
            <a:pPr>
              <a:spcBef>
                <a:spcPts val="0"/>
              </a:spcBef>
            </a:pPr>
            <a:r>
              <a:rPr lang="en-US" sz="2400" b="0" dirty="0">
                <a:latin typeface="Courier New" panose="02070309020205020404" pitchFamily="49" charset="0"/>
                <a:cs typeface="Courier New" panose="02070309020205020404" pitchFamily="49" charset="0"/>
              </a:rPr>
              <a:t>    &lt;</a:t>
            </a:r>
            <a:r>
              <a:rPr lang="en-US" sz="2400" b="0" dirty="0" err="1">
                <a:latin typeface="Courier New" panose="02070309020205020404" pitchFamily="49" charset="0"/>
                <a:cs typeface="Courier New" panose="02070309020205020404" pitchFamily="49" charset="0"/>
              </a:rPr>
              <a:t>firstName</a:t>
            </a:r>
            <a:r>
              <a:rPr lang="en-US" sz="2400" b="0" dirty="0">
                <a:latin typeface="Courier New" panose="02070309020205020404" pitchFamily="49" charset="0"/>
                <a:cs typeface="Courier New" panose="02070309020205020404" pitchFamily="49" charset="0"/>
              </a:rPr>
              <a:t>&gt;Ivan&lt;/</a:t>
            </a:r>
            <a:r>
              <a:rPr lang="en-US" sz="2400" b="0" dirty="0" err="1">
                <a:latin typeface="Courier New" panose="02070309020205020404" pitchFamily="49" charset="0"/>
                <a:cs typeface="Courier New" panose="02070309020205020404" pitchFamily="49" charset="0"/>
              </a:rPr>
              <a:t>firstName</a:t>
            </a:r>
            <a:r>
              <a:rPr lang="en-US" sz="2400" b="0" dirty="0">
                <a:latin typeface="Courier New" panose="02070309020205020404" pitchFamily="49" charset="0"/>
                <a:cs typeface="Courier New" panose="02070309020205020404" pitchFamily="49" charset="0"/>
              </a:rPr>
              <a:t>&gt;</a:t>
            </a:r>
          </a:p>
          <a:p>
            <a:pPr>
              <a:spcBef>
                <a:spcPts val="0"/>
              </a:spcBef>
            </a:pPr>
            <a:r>
              <a:rPr lang="en-US" sz="2400" b="0" dirty="0">
                <a:latin typeface="Courier New" panose="02070309020205020404" pitchFamily="49" charset="0"/>
                <a:cs typeface="Courier New" panose="02070309020205020404" pitchFamily="49" charset="0"/>
              </a:rPr>
              <a:t>    &lt;</a:t>
            </a:r>
            <a:r>
              <a:rPr lang="en-US" sz="2400" b="0" dirty="0" err="1">
                <a:latin typeface="Courier New" panose="02070309020205020404" pitchFamily="49" charset="0"/>
                <a:cs typeface="Courier New" panose="02070309020205020404" pitchFamily="49" charset="0"/>
              </a:rPr>
              <a:t>lastName</a:t>
            </a:r>
            <a:r>
              <a:rPr lang="en-US" sz="2400" b="0" dirty="0">
                <a:latin typeface="Courier New" panose="02070309020205020404" pitchFamily="49" charset="0"/>
                <a:cs typeface="Courier New" panose="02070309020205020404" pitchFamily="49" charset="0"/>
              </a:rPr>
              <a:t>&gt;Ivanov&lt;/</a:t>
            </a:r>
            <a:r>
              <a:rPr lang="en-US" sz="2400" b="0" dirty="0" err="1">
                <a:latin typeface="Courier New" panose="02070309020205020404" pitchFamily="49" charset="0"/>
                <a:cs typeface="Courier New" panose="02070309020205020404" pitchFamily="49" charset="0"/>
              </a:rPr>
              <a:t>lastName</a:t>
            </a:r>
            <a:r>
              <a:rPr lang="en-US" sz="2400" b="0" dirty="0">
                <a:latin typeface="Courier New" panose="02070309020205020404" pitchFamily="49" charset="0"/>
                <a:cs typeface="Courier New" panose="02070309020205020404" pitchFamily="49" charset="0"/>
              </a:rPr>
              <a:t>&gt;</a:t>
            </a:r>
          </a:p>
          <a:p>
            <a:pPr>
              <a:spcBef>
                <a:spcPts val="0"/>
              </a:spcBef>
            </a:pPr>
            <a:r>
              <a:rPr lang="en-US" sz="2400" b="0" dirty="0">
                <a:latin typeface="Courier New" panose="02070309020205020404" pitchFamily="49" charset="0"/>
                <a:cs typeface="Courier New" panose="02070309020205020404" pitchFamily="49" charset="0"/>
              </a:rPr>
              <a:t>    &lt;department&gt;FMI&lt;/department&gt;</a:t>
            </a:r>
          </a:p>
          <a:p>
            <a:pPr>
              <a:spcBef>
                <a:spcPts val="0"/>
              </a:spcBef>
            </a:pPr>
            <a:r>
              <a:rPr lang="en-US" sz="2400" b="0" dirty="0">
                <a:latin typeface="Courier New" panose="02070309020205020404" pitchFamily="49" charset="0"/>
                <a:cs typeface="Courier New" panose="02070309020205020404" pitchFamily="49" charset="0"/>
              </a:rPr>
              <a:t>  &lt;/student&gt;</a:t>
            </a:r>
          </a:p>
          <a:p>
            <a:pPr>
              <a:spcBef>
                <a:spcPts val="0"/>
              </a:spcBef>
            </a:pPr>
            <a:r>
              <a:rPr lang="en-US" sz="2400" b="0" dirty="0">
                <a:latin typeface="Courier New" panose="02070309020205020404" pitchFamily="49" charset="0"/>
                <a:cs typeface="Courier New" panose="02070309020205020404" pitchFamily="49" charset="0"/>
              </a:rPr>
              <a:t>  &lt;student id="112"&gt;</a:t>
            </a:r>
          </a:p>
          <a:p>
            <a:pPr>
              <a:spcBef>
                <a:spcPts val="0"/>
              </a:spcBef>
            </a:pPr>
            <a:r>
              <a:rPr lang="en-US" sz="2400" b="0" dirty="0">
                <a:latin typeface="Courier New" panose="02070309020205020404" pitchFamily="49" charset="0"/>
                <a:cs typeface="Courier New" panose="02070309020205020404" pitchFamily="49" charset="0"/>
              </a:rPr>
              <a:t>    &lt;</a:t>
            </a:r>
            <a:r>
              <a:rPr lang="en-US" sz="2400" b="0" dirty="0" err="1">
                <a:latin typeface="Courier New" panose="02070309020205020404" pitchFamily="49" charset="0"/>
                <a:cs typeface="Courier New" panose="02070309020205020404" pitchFamily="49" charset="0"/>
              </a:rPr>
              <a:t>firstName</a:t>
            </a:r>
            <a:r>
              <a:rPr lang="en-US" sz="2400" b="0" dirty="0">
                <a:latin typeface="Courier New" panose="02070309020205020404" pitchFamily="49" charset="0"/>
                <a:cs typeface="Courier New" panose="02070309020205020404" pitchFamily="49" charset="0"/>
              </a:rPr>
              <a:t>&gt;Petar&lt;/</a:t>
            </a:r>
            <a:r>
              <a:rPr lang="en-US" sz="2400" b="0" dirty="0" err="1">
                <a:latin typeface="Courier New" panose="02070309020205020404" pitchFamily="49" charset="0"/>
                <a:cs typeface="Courier New" panose="02070309020205020404" pitchFamily="49" charset="0"/>
              </a:rPr>
              <a:t>firstName</a:t>
            </a:r>
            <a:r>
              <a:rPr lang="en-US" sz="2400" b="0" dirty="0">
                <a:latin typeface="Courier New" panose="02070309020205020404" pitchFamily="49" charset="0"/>
                <a:cs typeface="Courier New" panose="02070309020205020404" pitchFamily="49" charset="0"/>
              </a:rPr>
              <a:t>&gt;</a:t>
            </a:r>
          </a:p>
          <a:p>
            <a:pPr>
              <a:spcBef>
                <a:spcPts val="0"/>
              </a:spcBef>
            </a:pPr>
            <a:r>
              <a:rPr lang="en-US" sz="2400" b="0" dirty="0">
                <a:latin typeface="Courier New" panose="02070309020205020404" pitchFamily="49" charset="0"/>
                <a:cs typeface="Courier New" panose="02070309020205020404" pitchFamily="49" charset="0"/>
              </a:rPr>
              <a:t>    &lt;</a:t>
            </a:r>
            <a:r>
              <a:rPr lang="en-US" sz="2400" b="0" dirty="0" err="1">
                <a:latin typeface="Courier New" panose="02070309020205020404" pitchFamily="49" charset="0"/>
                <a:cs typeface="Courier New" panose="02070309020205020404" pitchFamily="49" charset="0"/>
              </a:rPr>
              <a:t>lastName</a:t>
            </a:r>
            <a:r>
              <a:rPr lang="en-US" sz="2400" b="0" dirty="0">
                <a:latin typeface="Courier New" panose="02070309020205020404" pitchFamily="49" charset="0"/>
                <a:cs typeface="Courier New" panose="02070309020205020404" pitchFamily="49" charset="0"/>
              </a:rPr>
              <a:t>&gt;Petrov&lt;/</a:t>
            </a:r>
            <a:r>
              <a:rPr lang="en-US" sz="2400" b="0" dirty="0" err="1">
                <a:latin typeface="Courier New" panose="02070309020205020404" pitchFamily="49" charset="0"/>
                <a:cs typeface="Courier New" panose="02070309020205020404" pitchFamily="49" charset="0"/>
              </a:rPr>
              <a:t>lastName</a:t>
            </a:r>
            <a:r>
              <a:rPr lang="en-US" sz="2400" b="0" dirty="0">
                <a:latin typeface="Courier New" panose="02070309020205020404" pitchFamily="49" charset="0"/>
                <a:cs typeface="Courier New" panose="02070309020205020404" pitchFamily="49" charset="0"/>
              </a:rPr>
              <a:t>&gt;</a:t>
            </a:r>
          </a:p>
          <a:p>
            <a:pPr>
              <a:spcBef>
                <a:spcPts val="0"/>
              </a:spcBef>
            </a:pPr>
            <a:r>
              <a:rPr lang="en-US" sz="2400" b="0" dirty="0">
                <a:latin typeface="Courier New" panose="02070309020205020404" pitchFamily="49" charset="0"/>
                <a:cs typeface="Courier New" panose="02070309020205020404" pitchFamily="49" charset="0"/>
              </a:rPr>
              <a:t>    &lt;department&gt;FZF&lt;/department&gt;</a:t>
            </a:r>
          </a:p>
          <a:p>
            <a:pPr>
              <a:spcBef>
                <a:spcPts val="0"/>
              </a:spcBef>
            </a:pPr>
            <a:r>
              <a:rPr lang="en-US" sz="2400" b="0" dirty="0">
                <a:latin typeface="Courier New" panose="02070309020205020404" pitchFamily="49" charset="0"/>
                <a:cs typeface="Courier New" panose="02070309020205020404" pitchFamily="49" charset="0"/>
              </a:rPr>
              <a:t>  &lt;/student&gt;</a:t>
            </a:r>
          </a:p>
          <a:p>
            <a:pPr>
              <a:spcBef>
                <a:spcPts val="0"/>
              </a:spcBef>
            </a:pPr>
            <a:r>
              <a:rPr lang="en-US" sz="2400" b="0" dirty="0">
                <a:latin typeface="Courier New" panose="02070309020205020404" pitchFamily="49" charset="0"/>
                <a:cs typeface="Courier New" panose="02070309020205020404" pitchFamily="49" charset="0"/>
              </a:rPr>
              <a:t>&lt;/students&gt;</a:t>
            </a:r>
            <a:endParaRPr lang="bg-BG" sz="2400" b="0" dirty="0" smtClean="0">
              <a:latin typeface="Courier New" panose="02070309020205020404" pitchFamily="49" charset="0"/>
              <a:cs typeface="Courier New" panose="02070309020205020404" pitchFamily="49" charset="0"/>
            </a:endParaRPr>
          </a:p>
          <a:p>
            <a:endParaRPr lang="en-US" sz="2400" b="0" dirty="0"/>
          </a:p>
        </p:txBody>
      </p:sp>
    </p:spTree>
    <p:extLst>
      <p:ext uri="{BB962C8B-B14F-4D97-AF65-F5344CB8AC3E}">
        <p14:creationId xmlns:p14="http://schemas.microsoft.com/office/powerpoint/2010/main" val="3854548809"/>
      </p:ext>
    </p:extLst>
  </p:cSld>
  <p:clrMapOvr>
    <a:masterClrMapping/>
  </p:clrMapOvr>
  <p:transition spd="med"/>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sz="3200" dirty="0" smtClean="0"/>
              <a:t>Въведение в </a:t>
            </a:r>
            <a:r>
              <a:rPr lang="en-US" sz="3200" dirty="0" smtClean="0"/>
              <a:t>JAXP</a:t>
            </a:r>
            <a:endParaRPr lang="en-US" sz="3200" dirty="0"/>
          </a:p>
        </p:txBody>
      </p:sp>
      <p:sp>
        <p:nvSpPr>
          <p:cNvPr id="3" name="Text Placeholder 2"/>
          <p:cNvSpPr>
            <a:spLocks noGrp="1"/>
          </p:cNvSpPr>
          <p:nvPr>
            <p:ph type="body" sz="quarter" idx="10"/>
          </p:nvPr>
        </p:nvSpPr>
        <p:spPr>
          <a:xfrm>
            <a:off x="324000" y="1296365"/>
            <a:ext cx="8494713" cy="4785348"/>
          </a:xfrm>
        </p:spPr>
        <p:txBody>
          <a:bodyPr/>
          <a:lstStyle/>
          <a:p>
            <a:pPr marL="342900" indent="-342900">
              <a:buFont typeface="Wingdings" panose="05000000000000000000" pitchFamily="2" charset="2"/>
              <a:buChar char="q"/>
            </a:pPr>
            <a:endParaRPr lang="bg-BG" sz="2400" b="0" dirty="0" smtClean="0"/>
          </a:p>
          <a:p>
            <a:pPr marL="342900" indent="-342900">
              <a:buFont typeface="Wingdings" panose="05000000000000000000" pitchFamily="2" charset="2"/>
              <a:buChar char="q"/>
            </a:pPr>
            <a:r>
              <a:rPr lang="en-US" sz="2400" b="0" dirty="0" smtClean="0"/>
              <a:t>Java API for XML Processing</a:t>
            </a:r>
          </a:p>
          <a:p>
            <a:pPr marL="342900" indent="-342900">
              <a:buFont typeface="Wingdings" panose="05000000000000000000" pitchFamily="2" charset="2"/>
              <a:buChar char="q"/>
            </a:pPr>
            <a:r>
              <a:rPr lang="bg-BG" sz="2400" b="0" dirty="0" smtClean="0"/>
              <a:t>Поддържа стандартни </a:t>
            </a:r>
            <a:r>
              <a:rPr lang="en-US" sz="2400" b="0" dirty="0" smtClean="0"/>
              <a:t>parser</a:t>
            </a:r>
            <a:r>
              <a:rPr lang="bg-BG" sz="2400" b="0" dirty="0" smtClean="0"/>
              <a:t>-и </a:t>
            </a:r>
            <a:r>
              <a:rPr lang="en-US" sz="2400" b="0" dirty="0" smtClean="0"/>
              <a:t>SAX </a:t>
            </a:r>
            <a:r>
              <a:rPr lang="bg-BG" sz="2400" b="0" dirty="0" smtClean="0"/>
              <a:t>и </a:t>
            </a:r>
            <a:r>
              <a:rPr lang="en-US" sz="2400" b="0" dirty="0" smtClean="0"/>
              <a:t>DOM</a:t>
            </a:r>
          </a:p>
          <a:p>
            <a:pPr marL="342900" indent="-342900">
              <a:buFont typeface="Wingdings" panose="05000000000000000000" pitchFamily="2" charset="2"/>
              <a:buChar char="q"/>
            </a:pPr>
            <a:r>
              <a:rPr lang="bg-BG" sz="2400" b="0" dirty="0" smtClean="0"/>
              <a:t>От версия 1.4 поддържа и </a:t>
            </a:r>
            <a:r>
              <a:rPr lang="en-US" sz="2400" b="0" dirty="0" err="1" smtClean="0"/>
              <a:t>StAX</a:t>
            </a:r>
            <a:endParaRPr lang="en-US" sz="2400" b="0" dirty="0"/>
          </a:p>
          <a:p>
            <a:pPr marL="342900" indent="-342900">
              <a:buFont typeface="Wingdings" panose="05000000000000000000" pitchFamily="2" charset="2"/>
              <a:buChar char="q"/>
            </a:pPr>
            <a:r>
              <a:rPr lang="bg-BG" sz="2400" b="0" dirty="0" smtClean="0"/>
              <a:t>Поддържа и </a:t>
            </a:r>
            <a:r>
              <a:rPr lang="en-US" sz="2400" b="0" dirty="0" smtClean="0"/>
              <a:t>XSLT</a:t>
            </a:r>
            <a:endParaRPr lang="bg-BG" sz="2400" b="0" dirty="0" smtClean="0"/>
          </a:p>
          <a:p>
            <a:pPr marL="342900" indent="-342900">
              <a:buFont typeface="Wingdings" panose="05000000000000000000" pitchFamily="2" charset="2"/>
              <a:buChar char="q"/>
            </a:pPr>
            <a:r>
              <a:rPr lang="bg-BG" sz="2400" b="0" dirty="0" smtClean="0"/>
              <a:t>Има поддръжка за </a:t>
            </a:r>
            <a:r>
              <a:rPr lang="en-US" sz="2400" b="0" dirty="0" smtClean="0"/>
              <a:t>namespace</a:t>
            </a:r>
            <a:r>
              <a:rPr lang="bg-BG" sz="2400" b="0" dirty="0" smtClean="0"/>
              <a:t>-и</a:t>
            </a:r>
            <a:endParaRPr lang="ru-RU" sz="2000" dirty="0" smtClean="0"/>
          </a:p>
          <a:p>
            <a:pPr marL="702900" lvl="3" indent="-342900">
              <a:buFont typeface="Wingdings" panose="05000000000000000000" pitchFamily="2" charset="2"/>
              <a:buChar char="q"/>
            </a:pPr>
            <a:endParaRPr lang="ru-RU" sz="2000" b="0" dirty="0"/>
          </a:p>
        </p:txBody>
      </p:sp>
    </p:spTree>
    <p:extLst>
      <p:ext uri="{BB962C8B-B14F-4D97-AF65-F5344CB8AC3E}">
        <p14:creationId xmlns:p14="http://schemas.microsoft.com/office/powerpoint/2010/main" val="1157014279"/>
      </p:ext>
    </p:extLst>
  </p:cSld>
  <p:clrMapOvr>
    <a:masterClrMapping/>
  </p:clrMapOvr>
  <p:transition spd="med"/>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sz="3200" dirty="0" smtClean="0"/>
              <a:t>Въведение в </a:t>
            </a:r>
            <a:r>
              <a:rPr lang="en-US" sz="3200" dirty="0" smtClean="0"/>
              <a:t>DOM</a:t>
            </a:r>
            <a:endParaRPr lang="en-US" sz="3200" dirty="0"/>
          </a:p>
        </p:txBody>
      </p:sp>
      <p:sp>
        <p:nvSpPr>
          <p:cNvPr id="3" name="Text Placeholder 2"/>
          <p:cNvSpPr>
            <a:spLocks noGrp="1"/>
          </p:cNvSpPr>
          <p:nvPr>
            <p:ph type="body" sz="quarter" idx="10"/>
          </p:nvPr>
        </p:nvSpPr>
        <p:spPr>
          <a:xfrm>
            <a:off x="324000" y="1296365"/>
            <a:ext cx="8494713" cy="4785348"/>
          </a:xfrm>
        </p:spPr>
        <p:txBody>
          <a:bodyPr/>
          <a:lstStyle/>
          <a:p>
            <a:pPr marL="342900" indent="-342900">
              <a:buFont typeface="Wingdings" panose="05000000000000000000" pitchFamily="2" charset="2"/>
              <a:buChar char="q"/>
            </a:pPr>
            <a:endParaRPr lang="bg-BG" sz="2400" dirty="0" smtClean="0"/>
          </a:p>
          <a:p>
            <a:pPr marL="342900" indent="-342900">
              <a:buFont typeface="Wingdings" panose="05000000000000000000" pitchFamily="2" charset="2"/>
              <a:buChar char="q"/>
            </a:pPr>
            <a:r>
              <a:rPr lang="en-US" sz="2400" dirty="0" smtClean="0"/>
              <a:t>D</a:t>
            </a:r>
            <a:r>
              <a:rPr lang="en-US" sz="2400" b="0" dirty="0" smtClean="0"/>
              <a:t>ocument </a:t>
            </a:r>
            <a:r>
              <a:rPr lang="en-US" sz="2400" dirty="0" smtClean="0"/>
              <a:t>O</a:t>
            </a:r>
            <a:r>
              <a:rPr lang="en-US" sz="2400" b="0" dirty="0" smtClean="0"/>
              <a:t>bject </a:t>
            </a:r>
            <a:r>
              <a:rPr lang="en-US" sz="2400" dirty="0" smtClean="0"/>
              <a:t>M</a:t>
            </a:r>
            <a:r>
              <a:rPr lang="en-US" sz="2400" b="0" dirty="0" smtClean="0"/>
              <a:t>odule</a:t>
            </a:r>
          </a:p>
          <a:p>
            <a:pPr marL="342900" indent="-342900">
              <a:buFont typeface="Wingdings" panose="05000000000000000000" pitchFamily="2" charset="2"/>
              <a:buChar char="q"/>
            </a:pPr>
            <a:r>
              <a:rPr lang="bg-BG" sz="2400" b="0" dirty="0" smtClean="0"/>
              <a:t>Зарежда </a:t>
            </a:r>
            <a:r>
              <a:rPr lang="en-US" sz="2400" b="0" dirty="0" smtClean="0"/>
              <a:t>XML</a:t>
            </a:r>
            <a:r>
              <a:rPr lang="bg-BG" sz="2400" b="0" dirty="0" smtClean="0"/>
              <a:t> документа в дървовидна структура</a:t>
            </a:r>
            <a:endParaRPr lang="en-US" sz="2400" b="0" dirty="0" smtClean="0"/>
          </a:p>
          <a:p>
            <a:pPr marL="342900" indent="-342900">
              <a:buFont typeface="Wingdings" panose="05000000000000000000" pitchFamily="2" charset="2"/>
              <a:buChar char="q"/>
            </a:pPr>
            <a:r>
              <a:rPr lang="bg-BG" sz="2400" b="0" dirty="0" smtClean="0"/>
              <a:t>Всеки </a:t>
            </a:r>
            <a:r>
              <a:rPr lang="en-US" sz="2400" b="0" dirty="0" smtClean="0"/>
              <a:t>node</a:t>
            </a:r>
            <a:r>
              <a:rPr lang="bg-BG" sz="2400" b="0" dirty="0" smtClean="0"/>
              <a:t> съдържа един </a:t>
            </a:r>
            <a:r>
              <a:rPr lang="en-US" sz="2400" b="0" dirty="0" smtClean="0"/>
              <a:t>XML </a:t>
            </a:r>
            <a:r>
              <a:rPr lang="bg-BG" sz="2400" b="0" dirty="0" smtClean="0"/>
              <a:t>компонент</a:t>
            </a:r>
          </a:p>
          <a:p>
            <a:pPr marL="702900" lvl="3" indent="-342900">
              <a:buFont typeface="Wingdings" panose="05000000000000000000" pitchFamily="2" charset="2"/>
              <a:buChar char="q"/>
            </a:pPr>
            <a:r>
              <a:rPr lang="en-US" sz="2000" dirty="0" smtClean="0"/>
              <a:t>Element node</a:t>
            </a:r>
          </a:p>
          <a:p>
            <a:pPr marL="702900" lvl="3" indent="-342900">
              <a:buFont typeface="Wingdings" panose="05000000000000000000" pitchFamily="2" charset="2"/>
              <a:buChar char="q"/>
            </a:pPr>
            <a:r>
              <a:rPr lang="en-US" sz="2000" b="0" dirty="0" smtClean="0"/>
              <a:t>Text node</a:t>
            </a:r>
          </a:p>
          <a:p>
            <a:pPr marL="342900" lvl="1" indent="-342900">
              <a:buFont typeface="Wingdings" panose="05000000000000000000" pitchFamily="2" charset="2"/>
              <a:buChar char="q"/>
            </a:pPr>
            <a:r>
              <a:rPr lang="en-US" sz="2400" dirty="0" smtClean="0"/>
              <a:t>DOM </a:t>
            </a:r>
            <a:r>
              <a:rPr lang="bg-BG" sz="2400" dirty="0" smtClean="0"/>
              <a:t>функции за обхождане на дърво, създаване, промяна и изтриване на </a:t>
            </a:r>
            <a:r>
              <a:rPr lang="en-US" sz="2400" dirty="0" smtClean="0"/>
              <a:t>node</a:t>
            </a:r>
            <a:r>
              <a:rPr lang="bg-BG" sz="2400" dirty="0" smtClean="0"/>
              <a:t>-</a:t>
            </a:r>
            <a:r>
              <a:rPr lang="bg-BG" sz="2400" dirty="0" err="1" smtClean="0"/>
              <a:t>ове</a:t>
            </a:r>
            <a:endParaRPr lang="bg-BG" sz="2400" b="0" dirty="0" smtClean="0"/>
          </a:p>
          <a:p>
            <a:endParaRPr lang="en-US" sz="2400" b="0" dirty="0"/>
          </a:p>
        </p:txBody>
      </p:sp>
    </p:spTree>
    <p:extLst>
      <p:ext uri="{BB962C8B-B14F-4D97-AF65-F5344CB8AC3E}">
        <p14:creationId xmlns:p14="http://schemas.microsoft.com/office/powerpoint/2010/main" val="2877130938"/>
      </p:ext>
    </p:extLst>
  </p:cSld>
  <p:clrMapOvr>
    <a:masterClrMapping/>
  </p:clrMapOvr>
  <p:transition spd="med"/>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smtClean="0"/>
              <a:t>Parse</a:t>
            </a:r>
            <a:r>
              <a:rPr lang="bg-BG" sz="3200" dirty="0" smtClean="0"/>
              <a:t>-</a:t>
            </a:r>
            <a:r>
              <a:rPr lang="bg-BG" sz="3200" dirty="0" err="1" smtClean="0"/>
              <a:t>ване</a:t>
            </a:r>
            <a:r>
              <a:rPr lang="bg-BG" sz="3200" dirty="0" smtClean="0"/>
              <a:t> на </a:t>
            </a:r>
            <a:r>
              <a:rPr lang="en-US" sz="3200" dirty="0" smtClean="0"/>
              <a:t>XML </a:t>
            </a:r>
            <a:r>
              <a:rPr lang="bg-BG" sz="3200" dirty="0" smtClean="0"/>
              <a:t>с </a:t>
            </a:r>
            <a:r>
              <a:rPr lang="en-US" sz="3200" dirty="0" smtClean="0"/>
              <a:t>DOM</a:t>
            </a:r>
            <a:endParaRPr lang="en-US" sz="3200" dirty="0"/>
          </a:p>
        </p:txBody>
      </p:sp>
      <p:sp>
        <p:nvSpPr>
          <p:cNvPr id="3" name="Text Placeholder 2"/>
          <p:cNvSpPr>
            <a:spLocks noGrp="1"/>
          </p:cNvSpPr>
          <p:nvPr>
            <p:ph type="body" sz="quarter" idx="10"/>
          </p:nvPr>
        </p:nvSpPr>
        <p:spPr>
          <a:xfrm>
            <a:off x="324000" y="1296365"/>
            <a:ext cx="8494713" cy="4785348"/>
          </a:xfrm>
        </p:spPr>
        <p:txBody>
          <a:bodyPr/>
          <a:lstStyle/>
          <a:p>
            <a:pPr marL="342900" indent="-342900">
              <a:buFont typeface="Wingdings" panose="05000000000000000000" pitchFamily="2" charset="2"/>
              <a:buChar char="q"/>
            </a:pPr>
            <a:endParaRPr lang="en-US" sz="2400" b="0" dirty="0" smtClean="0"/>
          </a:p>
          <a:p>
            <a:pPr marL="342900" indent="-342900">
              <a:buFont typeface="Wingdings" panose="05000000000000000000" pitchFamily="2" charset="2"/>
              <a:buChar char="q"/>
            </a:pPr>
            <a:r>
              <a:rPr lang="bg-BG" sz="2400" b="0" dirty="0" smtClean="0"/>
              <a:t>Инициализиране на </a:t>
            </a:r>
            <a:r>
              <a:rPr lang="en-US" sz="2400" b="0" dirty="0" smtClean="0"/>
              <a:t>document builder</a:t>
            </a:r>
          </a:p>
          <a:p>
            <a:pPr marL="342900" indent="-342900">
              <a:buFont typeface="Wingdings" panose="05000000000000000000" pitchFamily="2" charset="2"/>
              <a:buChar char="q"/>
            </a:pPr>
            <a:r>
              <a:rPr lang="en-US" sz="2400" b="0" dirty="0" smtClean="0"/>
              <a:t>Parse</a:t>
            </a:r>
            <a:r>
              <a:rPr lang="bg-BG" sz="2400" b="0" dirty="0" smtClean="0"/>
              <a:t>-</a:t>
            </a:r>
            <a:r>
              <a:rPr lang="bg-BG" sz="2400" b="0" dirty="0" err="1" smtClean="0"/>
              <a:t>ване</a:t>
            </a:r>
            <a:r>
              <a:rPr lang="bg-BG" sz="2400" b="0" dirty="0" smtClean="0"/>
              <a:t> на документа</a:t>
            </a:r>
            <a:endParaRPr lang="en-US" sz="2400" b="0" dirty="0" smtClean="0"/>
          </a:p>
          <a:p>
            <a:pPr marL="342900" indent="-342900">
              <a:buFont typeface="Wingdings" panose="05000000000000000000" pitchFamily="2" charset="2"/>
              <a:buChar char="q"/>
            </a:pPr>
            <a:r>
              <a:rPr lang="bg-BG" sz="2400" b="0" dirty="0" smtClean="0"/>
              <a:t>Обхождане на списъка с </a:t>
            </a:r>
            <a:r>
              <a:rPr lang="en-US" sz="2400" b="0" dirty="0" smtClean="0"/>
              <a:t>node-</a:t>
            </a:r>
            <a:r>
              <a:rPr lang="bg-BG" sz="2400" b="0" dirty="0" err="1" smtClean="0"/>
              <a:t>ове</a:t>
            </a:r>
            <a:endParaRPr lang="bg-BG" sz="2400" b="0" dirty="0" smtClean="0"/>
          </a:p>
          <a:p>
            <a:endParaRPr lang="en-US" sz="2400" b="0" dirty="0"/>
          </a:p>
        </p:txBody>
      </p:sp>
    </p:spTree>
    <p:extLst>
      <p:ext uri="{BB962C8B-B14F-4D97-AF65-F5344CB8AC3E}">
        <p14:creationId xmlns:p14="http://schemas.microsoft.com/office/powerpoint/2010/main" val="796250084"/>
      </p:ext>
    </p:extLst>
  </p:cSld>
  <p:clrMapOvr>
    <a:masterClrMapping/>
  </p:clrMapOvr>
  <p:transition spd="med"/>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sz="3200" dirty="0" smtClean="0"/>
              <a:t>Зареждане на документа</a:t>
            </a:r>
            <a:endParaRPr lang="en-US" sz="3200" dirty="0"/>
          </a:p>
        </p:txBody>
      </p:sp>
      <p:sp>
        <p:nvSpPr>
          <p:cNvPr id="3" name="Text Placeholder 2"/>
          <p:cNvSpPr>
            <a:spLocks noGrp="1"/>
          </p:cNvSpPr>
          <p:nvPr>
            <p:ph type="body" sz="quarter" idx="10"/>
          </p:nvPr>
        </p:nvSpPr>
        <p:spPr>
          <a:xfrm>
            <a:off x="324000" y="1296365"/>
            <a:ext cx="8494713" cy="4785348"/>
          </a:xfrm>
        </p:spPr>
        <p:txBody>
          <a:bodyPr/>
          <a:lstStyle/>
          <a:p>
            <a:pPr marL="342900" indent="-342900">
              <a:buFont typeface="Wingdings" panose="05000000000000000000" pitchFamily="2" charset="2"/>
              <a:buChar char="q"/>
            </a:pPr>
            <a:r>
              <a:rPr lang="bg-BG" sz="2400" b="0" dirty="0" smtClean="0"/>
              <a:t>Инициализиране на </a:t>
            </a:r>
            <a:r>
              <a:rPr lang="en-US" sz="2400" dirty="0" err="1" smtClean="0">
                <a:solidFill>
                  <a:srgbClr val="000000"/>
                </a:solidFill>
                <a:latin typeface="Consolas"/>
              </a:rPr>
              <a:t>javax.xml.parsers.DocumentBuilder</a:t>
            </a:r>
            <a:endParaRPr lang="en-US" sz="2400" b="0" dirty="0" smtClean="0"/>
          </a:p>
          <a:p>
            <a:r>
              <a:rPr lang="bg-BG" sz="2000" dirty="0" smtClean="0">
                <a:solidFill>
                  <a:srgbClr val="000000"/>
                </a:solidFill>
                <a:latin typeface="Consolas"/>
              </a:rPr>
              <a:t>    </a:t>
            </a:r>
            <a:r>
              <a:rPr lang="en-US" sz="2000" dirty="0" err="1" smtClean="0">
                <a:solidFill>
                  <a:srgbClr val="000000"/>
                </a:solidFill>
                <a:latin typeface="Consolas"/>
              </a:rPr>
              <a:t>DocumentBuilderFactory</a:t>
            </a:r>
            <a:r>
              <a:rPr lang="en-US" sz="2000" dirty="0" smtClean="0">
                <a:solidFill>
                  <a:srgbClr val="000000"/>
                </a:solidFill>
                <a:latin typeface="Consolas"/>
              </a:rPr>
              <a:t> </a:t>
            </a:r>
            <a:r>
              <a:rPr lang="en-US" sz="2000" dirty="0">
                <a:solidFill>
                  <a:srgbClr val="6A3E3E"/>
                </a:solidFill>
                <a:latin typeface="Consolas"/>
              </a:rPr>
              <a:t>factory</a:t>
            </a:r>
            <a:r>
              <a:rPr lang="en-US" sz="2000" dirty="0">
                <a:solidFill>
                  <a:srgbClr val="000000"/>
                </a:solidFill>
                <a:latin typeface="Consolas"/>
              </a:rPr>
              <a:t> = </a:t>
            </a:r>
            <a:r>
              <a:rPr lang="bg-BG" sz="2000" dirty="0" smtClean="0">
                <a:solidFill>
                  <a:srgbClr val="000000"/>
                </a:solidFill>
                <a:latin typeface="Consolas"/>
              </a:rPr>
              <a:t/>
            </a:r>
            <a:br>
              <a:rPr lang="bg-BG" sz="2000" dirty="0" smtClean="0">
                <a:solidFill>
                  <a:srgbClr val="000000"/>
                </a:solidFill>
                <a:latin typeface="Consolas"/>
              </a:rPr>
            </a:br>
            <a:r>
              <a:rPr lang="bg-BG" sz="2000" dirty="0" smtClean="0">
                <a:solidFill>
                  <a:srgbClr val="000000"/>
                </a:solidFill>
                <a:latin typeface="Consolas"/>
              </a:rPr>
              <a:t>        </a:t>
            </a:r>
            <a:r>
              <a:rPr lang="en-US" sz="2000" dirty="0" err="1" smtClean="0">
                <a:solidFill>
                  <a:srgbClr val="000000"/>
                </a:solidFill>
                <a:latin typeface="Consolas"/>
              </a:rPr>
              <a:t>DocumentBuilderFactory.</a:t>
            </a:r>
            <a:r>
              <a:rPr lang="en-US" sz="2000" i="1" dirty="0" err="1" smtClean="0">
                <a:solidFill>
                  <a:srgbClr val="000000"/>
                </a:solidFill>
                <a:latin typeface="Consolas"/>
              </a:rPr>
              <a:t>newInstance</a:t>
            </a:r>
            <a:r>
              <a:rPr lang="en-US" sz="2000" i="1" dirty="0">
                <a:solidFill>
                  <a:srgbClr val="000000"/>
                </a:solidFill>
                <a:latin typeface="Consolas"/>
              </a:rPr>
              <a:t>();</a:t>
            </a:r>
          </a:p>
          <a:p>
            <a:pPr>
              <a:spcBef>
                <a:spcPts val="0"/>
              </a:spcBef>
            </a:pPr>
            <a:r>
              <a:rPr lang="bg-BG" sz="2000" dirty="0" smtClean="0">
                <a:solidFill>
                  <a:srgbClr val="000000"/>
                </a:solidFill>
                <a:latin typeface="Consolas"/>
              </a:rPr>
              <a:t>    </a:t>
            </a:r>
            <a:r>
              <a:rPr lang="en-US" sz="2000" dirty="0" err="1" smtClean="0">
                <a:solidFill>
                  <a:srgbClr val="000000"/>
                </a:solidFill>
                <a:latin typeface="Consolas"/>
              </a:rPr>
              <a:t>DocumentBuilder</a:t>
            </a:r>
            <a:r>
              <a:rPr lang="en-US" sz="2000" dirty="0" smtClean="0">
                <a:solidFill>
                  <a:srgbClr val="000000"/>
                </a:solidFill>
                <a:latin typeface="Consolas"/>
              </a:rPr>
              <a:t> </a:t>
            </a:r>
            <a:r>
              <a:rPr lang="en-US" sz="2000" dirty="0">
                <a:solidFill>
                  <a:srgbClr val="6A3E3E"/>
                </a:solidFill>
                <a:latin typeface="Consolas"/>
              </a:rPr>
              <a:t>builder</a:t>
            </a:r>
            <a:r>
              <a:rPr lang="en-US" sz="2000" dirty="0">
                <a:solidFill>
                  <a:srgbClr val="000000"/>
                </a:solidFill>
                <a:latin typeface="Consolas"/>
              </a:rPr>
              <a:t> = </a:t>
            </a:r>
            <a:r>
              <a:rPr lang="en-US" sz="2000" dirty="0" err="1">
                <a:solidFill>
                  <a:srgbClr val="6A3E3E"/>
                </a:solidFill>
                <a:latin typeface="Consolas"/>
              </a:rPr>
              <a:t>factory</a:t>
            </a:r>
            <a:r>
              <a:rPr lang="en-US" sz="2000" dirty="0" err="1">
                <a:solidFill>
                  <a:srgbClr val="000000"/>
                </a:solidFill>
                <a:latin typeface="Consolas"/>
              </a:rPr>
              <a:t>.newDocumentBuilder</a:t>
            </a:r>
            <a:r>
              <a:rPr lang="en-US" sz="2000" dirty="0">
                <a:solidFill>
                  <a:srgbClr val="000000"/>
                </a:solidFill>
                <a:latin typeface="Consolas"/>
              </a:rPr>
              <a:t>();</a:t>
            </a:r>
            <a:endParaRPr lang="bg-BG" sz="2800" b="0" dirty="0" smtClean="0"/>
          </a:p>
          <a:p>
            <a:pPr marL="342900" indent="-342900">
              <a:buFont typeface="Wingdings" panose="05000000000000000000" pitchFamily="2" charset="2"/>
              <a:buChar char="q"/>
            </a:pPr>
            <a:r>
              <a:rPr lang="bg-BG" sz="2400" b="0" dirty="0" smtClean="0"/>
              <a:t>Зареждане на документа в паметта</a:t>
            </a:r>
            <a:endParaRPr lang="en-US" sz="2400" b="0" dirty="0" smtClean="0"/>
          </a:p>
          <a:p>
            <a:pPr>
              <a:spcBef>
                <a:spcPts val="1600"/>
              </a:spcBef>
            </a:pPr>
            <a:r>
              <a:rPr lang="bg-BG" sz="2000" dirty="0" smtClean="0">
                <a:solidFill>
                  <a:srgbClr val="000000"/>
                </a:solidFill>
                <a:latin typeface="Consolas"/>
              </a:rPr>
              <a:t>  </a:t>
            </a:r>
            <a:r>
              <a:rPr lang="en-US" sz="2000" dirty="0" smtClean="0">
                <a:solidFill>
                  <a:srgbClr val="000000"/>
                </a:solidFill>
                <a:latin typeface="Consolas"/>
              </a:rPr>
              <a:t>Document </a:t>
            </a:r>
            <a:r>
              <a:rPr lang="en-US" sz="2000" dirty="0" err="1">
                <a:solidFill>
                  <a:srgbClr val="6A3E3E"/>
                </a:solidFill>
                <a:latin typeface="Consolas"/>
              </a:rPr>
              <a:t>document</a:t>
            </a:r>
            <a:r>
              <a:rPr lang="en-US" sz="2000" dirty="0">
                <a:solidFill>
                  <a:srgbClr val="000000"/>
                </a:solidFill>
                <a:latin typeface="Consolas"/>
              </a:rPr>
              <a:t> = </a:t>
            </a:r>
            <a:r>
              <a:rPr lang="en-US" sz="2000" dirty="0" err="1">
                <a:solidFill>
                  <a:srgbClr val="6A3E3E"/>
                </a:solidFill>
                <a:latin typeface="Consolas"/>
              </a:rPr>
              <a:t>builder</a:t>
            </a:r>
            <a:r>
              <a:rPr lang="en-US" sz="2000" dirty="0" err="1">
                <a:solidFill>
                  <a:srgbClr val="000000"/>
                </a:solidFill>
                <a:latin typeface="Consolas"/>
              </a:rPr>
              <a:t>.parse</a:t>
            </a:r>
            <a:r>
              <a:rPr lang="en-US" sz="2000" dirty="0" smtClean="0">
                <a:solidFill>
                  <a:srgbClr val="000000"/>
                </a:solidFill>
                <a:latin typeface="Consolas"/>
              </a:rPr>
              <a:t>(</a:t>
            </a:r>
            <a:r>
              <a:rPr lang="bg-BG" sz="2000" dirty="0" smtClean="0">
                <a:solidFill>
                  <a:srgbClr val="000000"/>
                </a:solidFill>
                <a:latin typeface="Consolas"/>
              </a:rPr>
              <a:t/>
            </a:r>
            <a:br>
              <a:rPr lang="bg-BG" sz="2000" dirty="0" smtClean="0">
                <a:solidFill>
                  <a:srgbClr val="000000"/>
                </a:solidFill>
                <a:latin typeface="Consolas"/>
              </a:rPr>
            </a:br>
            <a:r>
              <a:rPr lang="bg-BG" sz="2000" dirty="0" smtClean="0">
                <a:solidFill>
                  <a:srgbClr val="000000"/>
                </a:solidFill>
                <a:latin typeface="Consolas"/>
              </a:rPr>
              <a:t>    </a:t>
            </a:r>
            <a:r>
              <a:rPr lang="en-US" sz="2000" dirty="0" err="1" smtClean="0">
                <a:solidFill>
                  <a:srgbClr val="000000"/>
                </a:solidFill>
                <a:latin typeface="Consolas"/>
              </a:rPr>
              <a:t>ClassLoader.</a:t>
            </a:r>
            <a:r>
              <a:rPr lang="en-US" sz="2000" i="1" dirty="0" err="1" smtClean="0">
                <a:solidFill>
                  <a:srgbClr val="000000"/>
                </a:solidFill>
                <a:latin typeface="Consolas"/>
              </a:rPr>
              <a:t>getSystemResourceAsStream</a:t>
            </a:r>
            <a:r>
              <a:rPr lang="en-US" sz="2000" i="1" dirty="0">
                <a:solidFill>
                  <a:srgbClr val="000000"/>
                </a:solidFill>
                <a:latin typeface="Consolas"/>
              </a:rPr>
              <a:t>(</a:t>
            </a:r>
            <a:r>
              <a:rPr lang="en-US" sz="2000" i="1" dirty="0">
                <a:solidFill>
                  <a:srgbClr val="2A00FF"/>
                </a:solidFill>
                <a:latin typeface="Consolas"/>
              </a:rPr>
              <a:t>"students.xml</a:t>
            </a:r>
            <a:r>
              <a:rPr lang="en-US" sz="2000" i="1" dirty="0" smtClean="0">
                <a:solidFill>
                  <a:srgbClr val="2A00FF"/>
                </a:solidFill>
                <a:latin typeface="Consolas"/>
              </a:rPr>
              <a:t>"</a:t>
            </a:r>
            <a:r>
              <a:rPr lang="en-US" sz="2000" i="1" dirty="0" smtClean="0">
                <a:solidFill>
                  <a:srgbClr val="000000"/>
                </a:solidFill>
                <a:latin typeface="Consolas"/>
              </a:rPr>
              <a:t>));</a:t>
            </a:r>
            <a:endParaRPr lang="bg-BG" sz="2000" i="1" dirty="0" smtClean="0">
              <a:solidFill>
                <a:srgbClr val="000000"/>
              </a:solidFill>
              <a:latin typeface="Consolas"/>
            </a:endParaRPr>
          </a:p>
          <a:p>
            <a:pPr marL="342900" indent="-342900">
              <a:buFont typeface="Wingdings" panose="05000000000000000000" pitchFamily="2" charset="2"/>
              <a:buChar char="q"/>
            </a:pPr>
            <a:r>
              <a:rPr lang="bg-BG" sz="2400" b="0" dirty="0" smtClean="0"/>
              <a:t>Инициализиране на списъка със студентите</a:t>
            </a:r>
            <a:endParaRPr lang="en-US" sz="2400" b="0" dirty="0"/>
          </a:p>
          <a:p>
            <a:pPr>
              <a:spcBef>
                <a:spcPts val="1600"/>
              </a:spcBef>
            </a:pPr>
            <a:r>
              <a:rPr lang="bg-BG" sz="2000" dirty="0" smtClean="0">
                <a:solidFill>
                  <a:srgbClr val="000000"/>
                </a:solidFill>
                <a:latin typeface="Consolas"/>
              </a:rPr>
              <a:t>    </a:t>
            </a:r>
            <a:r>
              <a:rPr lang="en-US" sz="2000" dirty="0" smtClean="0">
                <a:solidFill>
                  <a:srgbClr val="000000"/>
                </a:solidFill>
                <a:latin typeface="Consolas"/>
              </a:rPr>
              <a:t>List&lt;Student</a:t>
            </a:r>
            <a:r>
              <a:rPr lang="en-US" sz="2000" dirty="0">
                <a:solidFill>
                  <a:srgbClr val="000000"/>
                </a:solidFill>
                <a:latin typeface="Consolas"/>
              </a:rPr>
              <a:t>&gt; </a:t>
            </a:r>
            <a:r>
              <a:rPr lang="en-US" sz="2000" dirty="0">
                <a:solidFill>
                  <a:srgbClr val="6A3E3E"/>
                </a:solidFill>
                <a:latin typeface="Consolas"/>
              </a:rPr>
              <a:t>students</a:t>
            </a:r>
            <a:r>
              <a:rPr lang="en-US" sz="2000" dirty="0">
                <a:solidFill>
                  <a:srgbClr val="000000"/>
                </a:solidFill>
                <a:latin typeface="Consolas"/>
              </a:rPr>
              <a:t> = </a:t>
            </a:r>
            <a:r>
              <a:rPr lang="en-US" sz="2000" dirty="0">
                <a:solidFill>
                  <a:srgbClr val="7F0055"/>
                </a:solidFill>
                <a:latin typeface="Consolas"/>
              </a:rPr>
              <a:t>new</a:t>
            </a:r>
            <a:r>
              <a:rPr lang="en-US" sz="2000" dirty="0">
                <a:solidFill>
                  <a:srgbClr val="000000"/>
                </a:solidFill>
                <a:latin typeface="Consolas"/>
              </a:rPr>
              <a:t> </a:t>
            </a:r>
            <a:r>
              <a:rPr lang="en-US" sz="2000" dirty="0" err="1">
                <a:solidFill>
                  <a:srgbClr val="000000"/>
                </a:solidFill>
                <a:latin typeface="Consolas"/>
              </a:rPr>
              <a:t>ArrayList</a:t>
            </a:r>
            <a:r>
              <a:rPr lang="en-US" sz="2000" dirty="0">
                <a:solidFill>
                  <a:srgbClr val="000000"/>
                </a:solidFill>
                <a:latin typeface="Consolas"/>
              </a:rPr>
              <a:t>&lt;&gt;();</a:t>
            </a:r>
            <a:endParaRPr lang="en-US" sz="2000" b="0" dirty="0"/>
          </a:p>
        </p:txBody>
      </p:sp>
    </p:spTree>
    <p:extLst>
      <p:ext uri="{BB962C8B-B14F-4D97-AF65-F5344CB8AC3E}">
        <p14:creationId xmlns:p14="http://schemas.microsoft.com/office/powerpoint/2010/main" val="3353339105"/>
      </p:ext>
    </p:extLst>
  </p:cSld>
  <p:clrMapOvr>
    <a:masterClrMapping/>
  </p:clrMapOvr>
  <p:transition spd="med"/>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sz="3200" dirty="0" smtClean="0"/>
              <a:t>Обхождане на </a:t>
            </a:r>
            <a:r>
              <a:rPr lang="en-US" sz="3200" dirty="0" smtClean="0"/>
              <a:t>node</a:t>
            </a:r>
            <a:r>
              <a:rPr lang="bg-BG" sz="3200" dirty="0" smtClean="0"/>
              <a:t>-</a:t>
            </a:r>
            <a:r>
              <a:rPr lang="bg-BG" sz="3200" dirty="0" err="1" smtClean="0"/>
              <a:t>овете</a:t>
            </a:r>
            <a:endParaRPr lang="en-US" sz="3200" dirty="0"/>
          </a:p>
        </p:txBody>
      </p:sp>
      <p:sp>
        <p:nvSpPr>
          <p:cNvPr id="3" name="Text Placeholder 2"/>
          <p:cNvSpPr>
            <a:spLocks noGrp="1"/>
          </p:cNvSpPr>
          <p:nvPr>
            <p:ph type="body" sz="quarter" idx="10"/>
          </p:nvPr>
        </p:nvSpPr>
        <p:spPr>
          <a:xfrm>
            <a:off x="324000" y="1296365"/>
            <a:ext cx="8494713" cy="4785348"/>
          </a:xfrm>
        </p:spPr>
        <p:txBody>
          <a:bodyPr/>
          <a:lstStyle/>
          <a:p>
            <a:pPr marL="342900" indent="-342900">
              <a:buFont typeface="Wingdings" panose="05000000000000000000" pitchFamily="2" charset="2"/>
              <a:buChar char="q"/>
            </a:pPr>
            <a:r>
              <a:rPr lang="bg-BG" sz="2400" b="0" dirty="0" smtClean="0"/>
              <a:t>Взимане на </a:t>
            </a:r>
            <a:r>
              <a:rPr lang="en-US" sz="2400" dirty="0">
                <a:solidFill>
                  <a:srgbClr val="000000"/>
                </a:solidFill>
                <a:latin typeface="Consolas"/>
              </a:rPr>
              <a:t>org.w3c.dom.NodeList</a:t>
            </a:r>
            <a:endParaRPr lang="en-US" sz="2400" b="0" dirty="0" smtClean="0"/>
          </a:p>
          <a:p>
            <a:r>
              <a:rPr lang="bg-BG" sz="2000" dirty="0" smtClean="0">
                <a:solidFill>
                  <a:srgbClr val="000000"/>
                </a:solidFill>
                <a:latin typeface="Consolas"/>
              </a:rPr>
              <a:t>    </a:t>
            </a:r>
            <a:r>
              <a:rPr lang="en-US" sz="2000" dirty="0" err="1" smtClean="0">
                <a:solidFill>
                  <a:srgbClr val="000000"/>
                </a:solidFill>
                <a:latin typeface="Consolas"/>
              </a:rPr>
              <a:t>NodeList</a:t>
            </a:r>
            <a:r>
              <a:rPr lang="en-US" sz="2000" dirty="0" smtClean="0">
                <a:solidFill>
                  <a:srgbClr val="000000"/>
                </a:solidFill>
                <a:latin typeface="Consolas"/>
              </a:rPr>
              <a:t> </a:t>
            </a:r>
            <a:r>
              <a:rPr lang="en-US" sz="2000" dirty="0" err="1">
                <a:solidFill>
                  <a:srgbClr val="6A3E3E"/>
                </a:solidFill>
                <a:latin typeface="Consolas"/>
              </a:rPr>
              <a:t>nodeList</a:t>
            </a:r>
            <a:r>
              <a:rPr lang="en-US" sz="2000" dirty="0">
                <a:solidFill>
                  <a:srgbClr val="000000"/>
                </a:solidFill>
                <a:latin typeface="Consolas"/>
              </a:rPr>
              <a:t> = </a:t>
            </a:r>
            <a:r>
              <a:rPr lang="en-US" sz="2000" dirty="0" err="1">
                <a:solidFill>
                  <a:srgbClr val="6A3E3E"/>
                </a:solidFill>
                <a:latin typeface="Consolas"/>
              </a:rPr>
              <a:t>document</a:t>
            </a:r>
            <a:r>
              <a:rPr lang="en-US" sz="2000" dirty="0" err="1">
                <a:solidFill>
                  <a:srgbClr val="000000"/>
                </a:solidFill>
                <a:latin typeface="Consolas"/>
              </a:rPr>
              <a:t>.getDocumentElement</a:t>
            </a:r>
            <a:r>
              <a:rPr lang="en-US" sz="2000" dirty="0" smtClean="0">
                <a:solidFill>
                  <a:srgbClr val="000000"/>
                </a:solidFill>
                <a:latin typeface="Consolas"/>
              </a:rPr>
              <a:t>()</a:t>
            </a:r>
            <a:r>
              <a:rPr lang="bg-BG" sz="2000" dirty="0" smtClean="0">
                <a:solidFill>
                  <a:srgbClr val="000000"/>
                </a:solidFill>
                <a:latin typeface="Consolas"/>
              </a:rPr>
              <a:t/>
            </a:r>
            <a:br>
              <a:rPr lang="bg-BG" sz="2000" dirty="0" smtClean="0">
                <a:solidFill>
                  <a:srgbClr val="000000"/>
                </a:solidFill>
                <a:latin typeface="Consolas"/>
              </a:rPr>
            </a:br>
            <a:r>
              <a:rPr lang="bg-BG" sz="2000" dirty="0" smtClean="0">
                <a:solidFill>
                  <a:srgbClr val="000000"/>
                </a:solidFill>
                <a:latin typeface="Consolas"/>
              </a:rPr>
              <a:t>                                </a:t>
            </a:r>
            <a:r>
              <a:rPr lang="en-US" sz="2000" dirty="0" smtClean="0">
                <a:solidFill>
                  <a:srgbClr val="000000"/>
                </a:solidFill>
                <a:latin typeface="Consolas"/>
              </a:rPr>
              <a:t>.</a:t>
            </a:r>
            <a:r>
              <a:rPr lang="en-US" sz="2000" dirty="0" err="1">
                <a:solidFill>
                  <a:srgbClr val="000000"/>
                </a:solidFill>
                <a:latin typeface="Consolas"/>
              </a:rPr>
              <a:t>getChildNodes</a:t>
            </a:r>
            <a:r>
              <a:rPr lang="en-US" sz="2000" dirty="0">
                <a:solidFill>
                  <a:srgbClr val="000000"/>
                </a:solidFill>
                <a:latin typeface="Consolas"/>
              </a:rPr>
              <a:t>();</a:t>
            </a:r>
            <a:endParaRPr lang="bg-BG" sz="2800" b="0" dirty="0" smtClean="0"/>
          </a:p>
          <a:p>
            <a:pPr marL="342900" indent="-342900">
              <a:buFont typeface="Wingdings" panose="05000000000000000000" pitchFamily="2" charset="2"/>
              <a:buChar char="q"/>
            </a:pPr>
            <a:r>
              <a:rPr lang="bg-BG" sz="2400" b="0" dirty="0" smtClean="0"/>
              <a:t>Обхождане на списъка и филтриране на </a:t>
            </a:r>
            <a:r>
              <a:rPr lang="en-US" sz="2400" b="0" dirty="0" smtClean="0"/>
              <a:t>element node-</a:t>
            </a:r>
            <a:r>
              <a:rPr lang="bg-BG" sz="2400" b="0" dirty="0" err="1" smtClean="0"/>
              <a:t>овете</a:t>
            </a:r>
            <a:endParaRPr lang="en-US" sz="2400" b="0" dirty="0" smtClean="0"/>
          </a:p>
          <a:p>
            <a:r>
              <a:rPr lang="bg-BG" sz="2000" dirty="0" smtClean="0">
                <a:solidFill>
                  <a:srgbClr val="7F0055"/>
                </a:solidFill>
                <a:latin typeface="Consolas"/>
              </a:rPr>
              <a:t>    </a:t>
            </a:r>
            <a:r>
              <a:rPr lang="nn-NO" sz="2000" dirty="0" smtClean="0">
                <a:solidFill>
                  <a:srgbClr val="7F0055"/>
                </a:solidFill>
                <a:latin typeface="Consolas"/>
              </a:rPr>
              <a:t>for</a:t>
            </a:r>
            <a:r>
              <a:rPr lang="nn-NO" sz="2000" dirty="0" smtClean="0">
                <a:solidFill>
                  <a:srgbClr val="000000"/>
                </a:solidFill>
                <a:latin typeface="Consolas"/>
              </a:rPr>
              <a:t> </a:t>
            </a:r>
            <a:r>
              <a:rPr lang="nn-NO" sz="2000" dirty="0">
                <a:solidFill>
                  <a:srgbClr val="000000"/>
                </a:solidFill>
                <a:latin typeface="Consolas"/>
              </a:rPr>
              <a:t>(</a:t>
            </a:r>
            <a:r>
              <a:rPr lang="nn-NO" sz="2000" dirty="0" err="1">
                <a:solidFill>
                  <a:srgbClr val="7F0055"/>
                </a:solidFill>
                <a:latin typeface="Consolas"/>
              </a:rPr>
              <a:t>int</a:t>
            </a:r>
            <a:r>
              <a:rPr lang="nn-NO" sz="2000" dirty="0">
                <a:solidFill>
                  <a:srgbClr val="000000"/>
                </a:solidFill>
                <a:latin typeface="Consolas"/>
              </a:rPr>
              <a:t> </a:t>
            </a:r>
            <a:r>
              <a:rPr lang="nn-NO" sz="2000" dirty="0">
                <a:solidFill>
                  <a:srgbClr val="6A3E3E"/>
                </a:solidFill>
                <a:latin typeface="Consolas"/>
              </a:rPr>
              <a:t>i</a:t>
            </a:r>
            <a:r>
              <a:rPr lang="nn-NO" sz="2000" dirty="0">
                <a:solidFill>
                  <a:srgbClr val="000000"/>
                </a:solidFill>
                <a:latin typeface="Consolas"/>
              </a:rPr>
              <a:t> = 0; </a:t>
            </a:r>
            <a:r>
              <a:rPr lang="nn-NO" sz="2000" dirty="0">
                <a:solidFill>
                  <a:srgbClr val="6A3E3E"/>
                </a:solidFill>
                <a:latin typeface="Consolas"/>
              </a:rPr>
              <a:t>i</a:t>
            </a:r>
            <a:r>
              <a:rPr lang="nn-NO" sz="2000" dirty="0">
                <a:solidFill>
                  <a:srgbClr val="000000"/>
                </a:solidFill>
                <a:latin typeface="Consolas"/>
              </a:rPr>
              <a:t> &lt; </a:t>
            </a:r>
            <a:r>
              <a:rPr lang="nn-NO" sz="2000" dirty="0" err="1">
                <a:solidFill>
                  <a:srgbClr val="6A3E3E"/>
                </a:solidFill>
                <a:latin typeface="Consolas"/>
              </a:rPr>
              <a:t>nodeList</a:t>
            </a:r>
            <a:r>
              <a:rPr lang="nn-NO" sz="2000" dirty="0" err="1">
                <a:solidFill>
                  <a:srgbClr val="000000"/>
                </a:solidFill>
                <a:latin typeface="Consolas"/>
              </a:rPr>
              <a:t>.getLength</a:t>
            </a:r>
            <a:r>
              <a:rPr lang="nn-NO" sz="2000" dirty="0">
                <a:solidFill>
                  <a:srgbClr val="000000"/>
                </a:solidFill>
                <a:latin typeface="Consolas"/>
              </a:rPr>
              <a:t>(); </a:t>
            </a:r>
            <a:r>
              <a:rPr lang="nn-NO" sz="2000" dirty="0">
                <a:solidFill>
                  <a:srgbClr val="6A3E3E"/>
                </a:solidFill>
                <a:latin typeface="Consolas"/>
              </a:rPr>
              <a:t>i</a:t>
            </a:r>
            <a:r>
              <a:rPr lang="nn-NO" sz="2000" dirty="0">
                <a:solidFill>
                  <a:srgbClr val="000000"/>
                </a:solidFill>
                <a:latin typeface="Consolas"/>
              </a:rPr>
              <a:t>++) {</a:t>
            </a:r>
          </a:p>
          <a:p>
            <a:pPr>
              <a:spcBef>
                <a:spcPts val="0"/>
              </a:spcBef>
            </a:pPr>
            <a:r>
              <a:rPr lang="en-US" sz="2000" dirty="0">
                <a:solidFill>
                  <a:srgbClr val="000000"/>
                </a:solidFill>
                <a:latin typeface="Consolas"/>
              </a:rPr>
              <a:t>    </a:t>
            </a:r>
            <a:r>
              <a:rPr lang="en-US" sz="2000" dirty="0" smtClean="0">
                <a:solidFill>
                  <a:srgbClr val="000000"/>
                </a:solidFill>
                <a:latin typeface="Consolas"/>
              </a:rPr>
              <a:t>    </a:t>
            </a:r>
            <a:r>
              <a:rPr lang="en-US" sz="2000" dirty="0">
                <a:solidFill>
                  <a:srgbClr val="000000"/>
                </a:solidFill>
                <a:latin typeface="Consolas"/>
              </a:rPr>
              <a:t>Node </a:t>
            </a:r>
            <a:r>
              <a:rPr lang="en-US" sz="2000" dirty="0" err="1">
                <a:solidFill>
                  <a:srgbClr val="6A3E3E"/>
                </a:solidFill>
                <a:latin typeface="Consolas"/>
              </a:rPr>
              <a:t>node</a:t>
            </a:r>
            <a:r>
              <a:rPr lang="en-US" sz="2000" dirty="0">
                <a:solidFill>
                  <a:srgbClr val="000000"/>
                </a:solidFill>
                <a:latin typeface="Consolas"/>
              </a:rPr>
              <a:t> = </a:t>
            </a:r>
            <a:r>
              <a:rPr lang="en-US" sz="2000" dirty="0" err="1">
                <a:solidFill>
                  <a:srgbClr val="6A3E3E"/>
                </a:solidFill>
                <a:latin typeface="Consolas"/>
              </a:rPr>
              <a:t>nodeList</a:t>
            </a:r>
            <a:r>
              <a:rPr lang="en-US" sz="2000" dirty="0" err="1">
                <a:solidFill>
                  <a:srgbClr val="000000"/>
                </a:solidFill>
                <a:latin typeface="Consolas"/>
              </a:rPr>
              <a:t>.item</a:t>
            </a:r>
            <a:r>
              <a:rPr lang="en-US" sz="2000" dirty="0">
                <a:solidFill>
                  <a:srgbClr val="000000"/>
                </a:solidFill>
                <a:latin typeface="Consolas"/>
              </a:rPr>
              <a:t>(</a:t>
            </a:r>
            <a:r>
              <a:rPr lang="en-US" sz="2000" dirty="0" err="1">
                <a:solidFill>
                  <a:srgbClr val="6A3E3E"/>
                </a:solidFill>
                <a:latin typeface="Consolas"/>
              </a:rPr>
              <a:t>i</a:t>
            </a:r>
            <a:r>
              <a:rPr lang="en-US" sz="2000" dirty="0">
                <a:solidFill>
                  <a:srgbClr val="000000"/>
                </a:solidFill>
                <a:latin typeface="Consolas"/>
              </a:rPr>
              <a:t>);</a:t>
            </a:r>
          </a:p>
          <a:p>
            <a:pPr>
              <a:spcBef>
                <a:spcPts val="0"/>
              </a:spcBef>
            </a:pPr>
            <a:r>
              <a:rPr lang="en-US" sz="2000" dirty="0">
                <a:solidFill>
                  <a:srgbClr val="000000"/>
                </a:solidFill>
                <a:latin typeface="Consolas"/>
              </a:rPr>
              <a:t>    </a:t>
            </a:r>
            <a:r>
              <a:rPr lang="en-US" sz="2000" dirty="0" smtClean="0">
                <a:solidFill>
                  <a:srgbClr val="000000"/>
                </a:solidFill>
                <a:latin typeface="Consolas"/>
              </a:rPr>
              <a:t>    </a:t>
            </a:r>
            <a:r>
              <a:rPr lang="en-US" sz="2000" dirty="0">
                <a:solidFill>
                  <a:srgbClr val="7F0055"/>
                </a:solidFill>
                <a:latin typeface="Consolas"/>
              </a:rPr>
              <a:t>if</a:t>
            </a:r>
            <a:r>
              <a:rPr lang="en-US" sz="2000" dirty="0">
                <a:solidFill>
                  <a:srgbClr val="000000"/>
                </a:solidFill>
                <a:latin typeface="Consolas"/>
              </a:rPr>
              <a:t> (</a:t>
            </a:r>
            <a:r>
              <a:rPr lang="en-US" sz="2000" dirty="0">
                <a:solidFill>
                  <a:srgbClr val="6A3E3E"/>
                </a:solidFill>
                <a:latin typeface="Consolas"/>
              </a:rPr>
              <a:t>node</a:t>
            </a:r>
            <a:r>
              <a:rPr lang="en-US" sz="2000" dirty="0">
                <a:solidFill>
                  <a:srgbClr val="000000"/>
                </a:solidFill>
                <a:latin typeface="Consolas"/>
              </a:rPr>
              <a:t> </a:t>
            </a:r>
            <a:r>
              <a:rPr lang="en-US" sz="2000" dirty="0" err="1">
                <a:solidFill>
                  <a:srgbClr val="7F0055"/>
                </a:solidFill>
                <a:latin typeface="Consolas"/>
              </a:rPr>
              <a:t>instanceof</a:t>
            </a:r>
            <a:r>
              <a:rPr lang="en-US" sz="2000" dirty="0">
                <a:solidFill>
                  <a:srgbClr val="000000"/>
                </a:solidFill>
                <a:latin typeface="Consolas"/>
              </a:rPr>
              <a:t> Element) {</a:t>
            </a:r>
          </a:p>
          <a:p>
            <a:pPr>
              <a:spcBef>
                <a:spcPts val="0"/>
              </a:spcBef>
            </a:pPr>
            <a:endParaRPr lang="bg-BG" sz="2000" dirty="0" smtClean="0">
              <a:latin typeface="Consolas"/>
            </a:endParaRPr>
          </a:p>
          <a:p>
            <a:pPr>
              <a:spcBef>
                <a:spcPts val="0"/>
              </a:spcBef>
            </a:pPr>
            <a:r>
              <a:rPr lang="bg-BG" sz="2000" dirty="0" smtClean="0">
                <a:solidFill>
                  <a:srgbClr val="000000"/>
                </a:solidFill>
                <a:latin typeface="Consolas"/>
              </a:rPr>
              <a:t>        </a:t>
            </a:r>
            <a:r>
              <a:rPr lang="bg-BG" sz="2000" dirty="0">
                <a:solidFill>
                  <a:srgbClr val="000000"/>
                </a:solidFill>
                <a:latin typeface="Consolas"/>
              </a:rPr>
              <a:t>}</a:t>
            </a:r>
          </a:p>
          <a:p>
            <a:pPr>
              <a:spcBef>
                <a:spcPts val="0"/>
              </a:spcBef>
            </a:pPr>
            <a:r>
              <a:rPr lang="bg-BG" sz="2000" dirty="0" smtClean="0">
                <a:solidFill>
                  <a:srgbClr val="000000"/>
                </a:solidFill>
                <a:latin typeface="Consolas"/>
              </a:rPr>
              <a:t>    }</a:t>
            </a:r>
            <a:endParaRPr lang="bg-BG" sz="2000" i="1" dirty="0" smtClean="0">
              <a:solidFill>
                <a:srgbClr val="000000"/>
              </a:solidFill>
              <a:latin typeface="Consolas"/>
            </a:endParaRPr>
          </a:p>
        </p:txBody>
      </p:sp>
    </p:spTree>
    <p:extLst>
      <p:ext uri="{BB962C8B-B14F-4D97-AF65-F5344CB8AC3E}">
        <p14:creationId xmlns:p14="http://schemas.microsoft.com/office/powerpoint/2010/main" val="132934965"/>
      </p:ext>
    </p:extLst>
  </p:cSld>
  <p:clrMapOvr>
    <a:masterClrMapping/>
  </p:clrMapOvr>
  <p:transition spd="med"/>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sz="3200" dirty="0" smtClean="0"/>
              <a:t>Обработка на даден елемент</a:t>
            </a:r>
            <a:r>
              <a:rPr lang="en-US" sz="3200" dirty="0" smtClean="0"/>
              <a:t> (1)</a:t>
            </a:r>
            <a:endParaRPr lang="en-US" sz="3200" dirty="0"/>
          </a:p>
        </p:txBody>
      </p:sp>
      <p:sp>
        <p:nvSpPr>
          <p:cNvPr id="3" name="Text Placeholder 2"/>
          <p:cNvSpPr>
            <a:spLocks noGrp="1"/>
          </p:cNvSpPr>
          <p:nvPr>
            <p:ph type="body" sz="quarter" idx="10"/>
          </p:nvPr>
        </p:nvSpPr>
        <p:spPr>
          <a:xfrm>
            <a:off x="324000" y="1296365"/>
            <a:ext cx="8494713" cy="4785348"/>
          </a:xfrm>
        </p:spPr>
        <p:txBody>
          <a:bodyPr/>
          <a:lstStyle/>
          <a:p>
            <a:pPr marL="342900" indent="-342900">
              <a:buFont typeface="Wingdings" panose="05000000000000000000" pitchFamily="2" charset="2"/>
              <a:buChar char="q"/>
            </a:pPr>
            <a:r>
              <a:rPr lang="bg-BG" sz="2400" b="0" dirty="0" smtClean="0"/>
              <a:t>Четене на атрибути</a:t>
            </a:r>
            <a:endParaRPr lang="en-US" sz="2400" b="0" dirty="0" smtClean="0"/>
          </a:p>
          <a:p>
            <a:r>
              <a:rPr lang="en-US" sz="2000" dirty="0">
                <a:solidFill>
                  <a:srgbClr val="000000"/>
                </a:solidFill>
                <a:latin typeface="Consolas"/>
              </a:rPr>
              <a:t> </a:t>
            </a:r>
            <a:r>
              <a:rPr lang="en-US" sz="2000" dirty="0" smtClean="0">
                <a:solidFill>
                  <a:srgbClr val="000000"/>
                </a:solidFill>
                <a:latin typeface="Consolas"/>
              </a:rPr>
              <a:t>   Element </a:t>
            </a:r>
            <a:r>
              <a:rPr lang="en-US" sz="2000" dirty="0" err="1">
                <a:solidFill>
                  <a:srgbClr val="6A3E3E"/>
                </a:solidFill>
                <a:latin typeface="Consolas"/>
              </a:rPr>
              <a:t>element</a:t>
            </a:r>
            <a:r>
              <a:rPr lang="en-US" sz="2000" dirty="0">
                <a:solidFill>
                  <a:srgbClr val="000000"/>
                </a:solidFill>
                <a:latin typeface="Consolas"/>
              </a:rPr>
              <a:t> = (Element) </a:t>
            </a:r>
            <a:r>
              <a:rPr lang="en-US" sz="2000" dirty="0">
                <a:solidFill>
                  <a:srgbClr val="6A3E3E"/>
                </a:solidFill>
                <a:latin typeface="Consolas"/>
              </a:rPr>
              <a:t>node</a:t>
            </a:r>
            <a:r>
              <a:rPr lang="en-US" sz="2000" dirty="0">
                <a:solidFill>
                  <a:srgbClr val="000000"/>
                </a:solidFill>
                <a:latin typeface="Consolas"/>
              </a:rPr>
              <a:t>;</a:t>
            </a:r>
          </a:p>
          <a:p>
            <a:pPr>
              <a:spcBef>
                <a:spcPts val="0"/>
              </a:spcBef>
            </a:pPr>
            <a:r>
              <a:rPr lang="en-US" sz="2000" dirty="0" smtClean="0">
                <a:solidFill>
                  <a:srgbClr val="000000"/>
                </a:solidFill>
                <a:latin typeface="Consolas"/>
              </a:rPr>
              <a:t>    Student </a:t>
            </a:r>
            <a:r>
              <a:rPr lang="en-US" sz="2000" dirty="0" err="1">
                <a:solidFill>
                  <a:srgbClr val="6A3E3E"/>
                </a:solidFill>
                <a:latin typeface="Consolas"/>
              </a:rPr>
              <a:t>student</a:t>
            </a:r>
            <a:r>
              <a:rPr lang="en-US" sz="2000" dirty="0">
                <a:solidFill>
                  <a:srgbClr val="000000"/>
                </a:solidFill>
                <a:latin typeface="Consolas"/>
              </a:rPr>
              <a:t> = </a:t>
            </a:r>
            <a:r>
              <a:rPr lang="en-US" sz="2000" dirty="0">
                <a:solidFill>
                  <a:srgbClr val="7F0055"/>
                </a:solidFill>
                <a:latin typeface="Consolas"/>
              </a:rPr>
              <a:t>new</a:t>
            </a:r>
            <a:r>
              <a:rPr lang="en-US" sz="2000" dirty="0">
                <a:solidFill>
                  <a:srgbClr val="000000"/>
                </a:solidFill>
                <a:latin typeface="Consolas"/>
              </a:rPr>
              <a:t> Student();</a:t>
            </a:r>
          </a:p>
          <a:p>
            <a:pPr>
              <a:spcBef>
                <a:spcPts val="0"/>
              </a:spcBef>
            </a:pPr>
            <a:r>
              <a:rPr lang="en-US" sz="2000" dirty="0">
                <a:solidFill>
                  <a:srgbClr val="000000"/>
                </a:solidFill>
                <a:latin typeface="Consolas"/>
              </a:rPr>
              <a:t>    </a:t>
            </a:r>
            <a:r>
              <a:rPr lang="en-US" sz="2000" dirty="0" err="1" smtClean="0">
                <a:solidFill>
                  <a:srgbClr val="6A3E3E"/>
                </a:solidFill>
                <a:latin typeface="Consolas"/>
              </a:rPr>
              <a:t>student</a:t>
            </a:r>
            <a:r>
              <a:rPr lang="en-US" sz="2000" dirty="0" err="1" smtClean="0">
                <a:solidFill>
                  <a:srgbClr val="000000"/>
                </a:solidFill>
                <a:latin typeface="Consolas"/>
              </a:rPr>
              <a:t>.setId</a:t>
            </a:r>
            <a:r>
              <a:rPr lang="en-US" sz="2000" dirty="0" smtClean="0">
                <a:solidFill>
                  <a:srgbClr val="000000"/>
                </a:solidFill>
                <a:latin typeface="Consolas"/>
              </a:rPr>
              <a:t>(</a:t>
            </a:r>
            <a:r>
              <a:rPr lang="en-US" sz="2000" dirty="0" err="1" smtClean="0">
                <a:solidFill>
                  <a:srgbClr val="6A3E3E"/>
                </a:solidFill>
                <a:latin typeface="Consolas"/>
              </a:rPr>
              <a:t>element</a:t>
            </a:r>
            <a:r>
              <a:rPr lang="en-US" sz="2000" dirty="0" err="1" smtClean="0">
                <a:solidFill>
                  <a:srgbClr val="000000"/>
                </a:solidFill>
                <a:latin typeface="Consolas"/>
              </a:rPr>
              <a:t>.getAttribute</a:t>
            </a:r>
            <a:r>
              <a:rPr lang="en-US" sz="2000" dirty="0">
                <a:solidFill>
                  <a:srgbClr val="000000"/>
                </a:solidFill>
                <a:latin typeface="Consolas"/>
              </a:rPr>
              <a:t>(</a:t>
            </a:r>
            <a:r>
              <a:rPr lang="en-US" sz="2000" dirty="0">
                <a:solidFill>
                  <a:srgbClr val="2A00FF"/>
                </a:solidFill>
                <a:latin typeface="Consolas"/>
              </a:rPr>
              <a:t>"id"</a:t>
            </a:r>
            <a:r>
              <a:rPr lang="en-US" sz="2000" dirty="0">
                <a:solidFill>
                  <a:srgbClr val="000000"/>
                </a:solidFill>
                <a:latin typeface="Consolas"/>
              </a:rPr>
              <a:t>));</a:t>
            </a:r>
            <a:endParaRPr lang="bg-BG" sz="2800" b="0" dirty="0" smtClean="0"/>
          </a:p>
          <a:p>
            <a:pPr marL="342900" indent="-342900">
              <a:buFont typeface="Wingdings" panose="05000000000000000000" pitchFamily="2" charset="2"/>
              <a:buChar char="q"/>
            </a:pPr>
            <a:r>
              <a:rPr lang="bg-BG" sz="2400" b="0" dirty="0" smtClean="0"/>
              <a:t>Обхождане на </a:t>
            </a:r>
            <a:r>
              <a:rPr lang="en-US" sz="2400" b="0" dirty="0" smtClean="0"/>
              <a:t>sub-element</a:t>
            </a:r>
            <a:r>
              <a:rPr lang="bg-BG" sz="2400" b="0" dirty="0" smtClean="0"/>
              <a:t>-и</a:t>
            </a:r>
            <a:endParaRPr lang="en-US" sz="2400" b="0" dirty="0" smtClean="0"/>
          </a:p>
          <a:p>
            <a:r>
              <a:rPr lang="en-US" sz="2000" dirty="0" smtClean="0">
                <a:solidFill>
                  <a:srgbClr val="000000"/>
                </a:solidFill>
                <a:latin typeface="Consolas"/>
              </a:rPr>
              <a:t> </a:t>
            </a:r>
            <a:r>
              <a:rPr lang="bg-BG" sz="2000" dirty="0" smtClean="0">
                <a:solidFill>
                  <a:srgbClr val="000000"/>
                </a:solidFill>
                <a:latin typeface="Consolas"/>
              </a:rPr>
              <a:t>   </a:t>
            </a:r>
            <a:r>
              <a:rPr lang="en-US" sz="2000" dirty="0" err="1" smtClean="0">
                <a:solidFill>
                  <a:srgbClr val="000000"/>
                </a:solidFill>
                <a:latin typeface="Consolas"/>
              </a:rPr>
              <a:t>NodeList</a:t>
            </a:r>
            <a:r>
              <a:rPr lang="en-US" sz="2000" dirty="0" smtClean="0">
                <a:solidFill>
                  <a:srgbClr val="000000"/>
                </a:solidFill>
                <a:latin typeface="Consolas"/>
              </a:rPr>
              <a:t> </a:t>
            </a:r>
            <a:r>
              <a:rPr lang="en-US" sz="2000" dirty="0" err="1">
                <a:solidFill>
                  <a:srgbClr val="6A3E3E"/>
                </a:solidFill>
                <a:latin typeface="Consolas"/>
              </a:rPr>
              <a:t>childNodes</a:t>
            </a:r>
            <a:r>
              <a:rPr lang="en-US" sz="2000" dirty="0">
                <a:solidFill>
                  <a:srgbClr val="000000"/>
                </a:solidFill>
                <a:latin typeface="Consolas"/>
              </a:rPr>
              <a:t> = </a:t>
            </a:r>
            <a:r>
              <a:rPr lang="en-US" sz="2000" smtClean="0">
                <a:solidFill>
                  <a:srgbClr val="6A3E3E"/>
                </a:solidFill>
                <a:latin typeface="Consolas"/>
              </a:rPr>
              <a:t>element</a:t>
            </a:r>
            <a:r>
              <a:rPr lang="en-US" sz="2000" smtClean="0">
                <a:solidFill>
                  <a:srgbClr val="000000"/>
                </a:solidFill>
                <a:latin typeface="Consolas"/>
              </a:rPr>
              <a:t>.getChildNodes</a:t>
            </a:r>
            <a:r>
              <a:rPr lang="en-US" sz="2000" dirty="0">
                <a:solidFill>
                  <a:srgbClr val="000000"/>
                </a:solidFill>
                <a:latin typeface="Consolas"/>
              </a:rPr>
              <a:t>();</a:t>
            </a:r>
          </a:p>
          <a:p>
            <a:pPr>
              <a:spcBef>
                <a:spcPts val="0"/>
              </a:spcBef>
            </a:pPr>
            <a:r>
              <a:rPr lang="bg-BG" sz="2000" dirty="0" smtClean="0">
                <a:solidFill>
                  <a:srgbClr val="7F0055"/>
                </a:solidFill>
                <a:latin typeface="Consolas"/>
              </a:rPr>
              <a:t>    </a:t>
            </a:r>
            <a:r>
              <a:rPr lang="en-US" sz="2000" dirty="0" smtClean="0">
                <a:solidFill>
                  <a:srgbClr val="7F0055"/>
                </a:solidFill>
                <a:latin typeface="Consolas"/>
              </a:rPr>
              <a:t>for</a:t>
            </a:r>
            <a:r>
              <a:rPr lang="en-US" sz="2000" dirty="0" smtClean="0">
                <a:solidFill>
                  <a:srgbClr val="000000"/>
                </a:solidFill>
                <a:latin typeface="Consolas"/>
              </a:rPr>
              <a:t> </a:t>
            </a:r>
            <a:r>
              <a:rPr lang="en-US" sz="2000" dirty="0">
                <a:solidFill>
                  <a:srgbClr val="000000"/>
                </a:solidFill>
                <a:latin typeface="Consolas"/>
              </a:rPr>
              <a:t>(</a:t>
            </a:r>
            <a:r>
              <a:rPr lang="en-US" sz="2000" dirty="0" err="1">
                <a:solidFill>
                  <a:srgbClr val="7F0055"/>
                </a:solidFill>
                <a:latin typeface="Consolas"/>
              </a:rPr>
              <a:t>int</a:t>
            </a:r>
            <a:r>
              <a:rPr lang="en-US" sz="2000" dirty="0">
                <a:solidFill>
                  <a:srgbClr val="000000"/>
                </a:solidFill>
                <a:latin typeface="Consolas"/>
              </a:rPr>
              <a:t> </a:t>
            </a:r>
            <a:r>
              <a:rPr lang="en-US" sz="2000" dirty="0">
                <a:solidFill>
                  <a:srgbClr val="6A3E3E"/>
                </a:solidFill>
                <a:latin typeface="Consolas"/>
              </a:rPr>
              <a:t>j</a:t>
            </a:r>
            <a:r>
              <a:rPr lang="en-US" sz="2000" dirty="0">
                <a:solidFill>
                  <a:srgbClr val="000000"/>
                </a:solidFill>
                <a:latin typeface="Consolas"/>
              </a:rPr>
              <a:t> = 0; </a:t>
            </a:r>
            <a:r>
              <a:rPr lang="en-US" sz="2000" dirty="0">
                <a:solidFill>
                  <a:srgbClr val="6A3E3E"/>
                </a:solidFill>
                <a:latin typeface="Consolas"/>
              </a:rPr>
              <a:t>j</a:t>
            </a:r>
            <a:r>
              <a:rPr lang="en-US" sz="2000" dirty="0">
                <a:solidFill>
                  <a:srgbClr val="000000"/>
                </a:solidFill>
                <a:latin typeface="Consolas"/>
              </a:rPr>
              <a:t> &lt; </a:t>
            </a:r>
            <a:r>
              <a:rPr lang="en-US" sz="2000" dirty="0" err="1">
                <a:solidFill>
                  <a:srgbClr val="6A3E3E"/>
                </a:solidFill>
                <a:latin typeface="Consolas"/>
              </a:rPr>
              <a:t>childNodes</a:t>
            </a:r>
            <a:r>
              <a:rPr lang="en-US" sz="2000" dirty="0" err="1">
                <a:solidFill>
                  <a:srgbClr val="000000"/>
                </a:solidFill>
                <a:latin typeface="Consolas"/>
              </a:rPr>
              <a:t>.getLength</a:t>
            </a:r>
            <a:r>
              <a:rPr lang="en-US" sz="2000" dirty="0">
                <a:solidFill>
                  <a:srgbClr val="000000"/>
                </a:solidFill>
                <a:latin typeface="Consolas"/>
              </a:rPr>
              <a:t>(); </a:t>
            </a:r>
            <a:r>
              <a:rPr lang="en-US" sz="2000" dirty="0">
                <a:solidFill>
                  <a:srgbClr val="6A3E3E"/>
                </a:solidFill>
                <a:latin typeface="Consolas"/>
              </a:rPr>
              <a:t>j</a:t>
            </a:r>
            <a:r>
              <a:rPr lang="en-US" sz="2000" dirty="0">
                <a:solidFill>
                  <a:srgbClr val="000000"/>
                </a:solidFill>
                <a:latin typeface="Consolas"/>
              </a:rPr>
              <a:t>++) {</a:t>
            </a:r>
          </a:p>
          <a:p>
            <a:pPr>
              <a:spcBef>
                <a:spcPts val="0"/>
              </a:spcBef>
            </a:pPr>
            <a:r>
              <a:rPr lang="bg-BG" sz="2000" dirty="0" smtClean="0">
                <a:solidFill>
                  <a:srgbClr val="000000"/>
                </a:solidFill>
                <a:latin typeface="Consolas"/>
              </a:rPr>
              <a:t>        </a:t>
            </a:r>
            <a:r>
              <a:rPr lang="en-US" sz="2000" dirty="0" smtClean="0">
                <a:solidFill>
                  <a:srgbClr val="000000"/>
                </a:solidFill>
                <a:latin typeface="Consolas"/>
              </a:rPr>
              <a:t>Node </a:t>
            </a:r>
            <a:r>
              <a:rPr lang="en-US" sz="2000" dirty="0" err="1">
                <a:solidFill>
                  <a:srgbClr val="6A3E3E"/>
                </a:solidFill>
                <a:latin typeface="Consolas"/>
              </a:rPr>
              <a:t>cNode</a:t>
            </a:r>
            <a:r>
              <a:rPr lang="en-US" sz="2000" dirty="0">
                <a:solidFill>
                  <a:srgbClr val="000000"/>
                </a:solidFill>
                <a:latin typeface="Consolas"/>
              </a:rPr>
              <a:t> = </a:t>
            </a:r>
            <a:r>
              <a:rPr lang="en-US" sz="2000" dirty="0" err="1">
                <a:solidFill>
                  <a:srgbClr val="6A3E3E"/>
                </a:solidFill>
                <a:latin typeface="Consolas"/>
              </a:rPr>
              <a:t>childNodes</a:t>
            </a:r>
            <a:r>
              <a:rPr lang="en-US" sz="2000" dirty="0" err="1">
                <a:solidFill>
                  <a:srgbClr val="000000"/>
                </a:solidFill>
                <a:latin typeface="Consolas"/>
              </a:rPr>
              <a:t>.item</a:t>
            </a:r>
            <a:r>
              <a:rPr lang="en-US" sz="2000" dirty="0">
                <a:solidFill>
                  <a:srgbClr val="000000"/>
                </a:solidFill>
                <a:latin typeface="Consolas"/>
              </a:rPr>
              <a:t>(</a:t>
            </a:r>
            <a:r>
              <a:rPr lang="en-US" sz="2000" dirty="0">
                <a:solidFill>
                  <a:srgbClr val="6A3E3E"/>
                </a:solidFill>
                <a:latin typeface="Consolas"/>
              </a:rPr>
              <a:t>j</a:t>
            </a:r>
            <a:r>
              <a:rPr lang="en-US" sz="2000" dirty="0">
                <a:solidFill>
                  <a:srgbClr val="000000"/>
                </a:solidFill>
                <a:latin typeface="Consolas"/>
              </a:rPr>
              <a:t>);</a:t>
            </a:r>
          </a:p>
          <a:p>
            <a:pPr>
              <a:spcBef>
                <a:spcPts val="0"/>
              </a:spcBef>
            </a:pPr>
            <a:r>
              <a:rPr lang="bg-BG" sz="2000" dirty="0" smtClean="0">
                <a:solidFill>
                  <a:srgbClr val="7F0055"/>
                </a:solidFill>
                <a:latin typeface="Consolas"/>
              </a:rPr>
              <a:t>        </a:t>
            </a:r>
            <a:r>
              <a:rPr lang="en-US" sz="2000" dirty="0" smtClean="0">
                <a:solidFill>
                  <a:srgbClr val="7F0055"/>
                </a:solidFill>
                <a:latin typeface="Consolas"/>
              </a:rPr>
              <a:t>if</a:t>
            </a:r>
            <a:r>
              <a:rPr lang="en-US" sz="2000" dirty="0" smtClean="0">
                <a:solidFill>
                  <a:srgbClr val="000000"/>
                </a:solidFill>
                <a:latin typeface="Consolas"/>
              </a:rPr>
              <a:t> </a:t>
            </a:r>
            <a:r>
              <a:rPr lang="en-US" sz="2000" dirty="0">
                <a:solidFill>
                  <a:srgbClr val="000000"/>
                </a:solidFill>
                <a:latin typeface="Consolas"/>
              </a:rPr>
              <a:t>(</a:t>
            </a:r>
            <a:r>
              <a:rPr lang="en-US" sz="2000" dirty="0" err="1">
                <a:solidFill>
                  <a:srgbClr val="6A3E3E"/>
                </a:solidFill>
                <a:latin typeface="Consolas"/>
              </a:rPr>
              <a:t>cNode</a:t>
            </a:r>
            <a:r>
              <a:rPr lang="en-US" sz="2000" dirty="0">
                <a:solidFill>
                  <a:srgbClr val="000000"/>
                </a:solidFill>
                <a:latin typeface="Consolas"/>
              </a:rPr>
              <a:t> </a:t>
            </a:r>
            <a:r>
              <a:rPr lang="en-US" sz="2000" dirty="0" err="1">
                <a:solidFill>
                  <a:srgbClr val="7F0055"/>
                </a:solidFill>
                <a:latin typeface="Consolas"/>
              </a:rPr>
              <a:t>instanceof</a:t>
            </a:r>
            <a:r>
              <a:rPr lang="en-US" sz="2000" dirty="0">
                <a:solidFill>
                  <a:srgbClr val="000000"/>
                </a:solidFill>
                <a:latin typeface="Consolas"/>
              </a:rPr>
              <a:t> Element) {</a:t>
            </a:r>
          </a:p>
          <a:p>
            <a:pPr>
              <a:spcBef>
                <a:spcPts val="0"/>
              </a:spcBef>
            </a:pPr>
            <a:r>
              <a:rPr lang="bg-BG" sz="2000" dirty="0">
                <a:solidFill>
                  <a:srgbClr val="000000"/>
                </a:solidFill>
                <a:latin typeface="Consolas"/>
              </a:rPr>
              <a:t>                    </a:t>
            </a:r>
          </a:p>
          <a:p>
            <a:pPr>
              <a:spcBef>
                <a:spcPts val="0"/>
              </a:spcBef>
            </a:pPr>
            <a:r>
              <a:rPr lang="bg-BG" sz="2000" dirty="0" smtClean="0">
                <a:solidFill>
                  <a:srgbClr val="000000"/>
                </a:solidFill>
                <a:latin typeface="Consolas"/>
              </a:rPr>
              <a:t>        }</a:t>
            </a:r>
            <a:endParaRPr lang="bg-BG" sz="2000" dirty="0">
              <a:solidFill>
                <a:srgbClr val="000000"/>
              </a:solidFill>
              <a:latin typeface="Consolas"/>
            </a:endParaRPr>
          </a:p>
          <a:p>
            <a:pPr>
              <a:spcBef>
                <a:spcPts val="0"/>
              </a:spcBef>
            </a:pPr>
            <a:r>
              <a:rPr lang="bg-BG" sz="2000" dirty="0" smtClean="0">
                <a:solidFill>
                  <a:srgbClr val="000000"/>
                </a:solidFill>
                <a:latin typeface="Consolas"/>
              </a:rPr>
              <a:t>    }</a:t>
            </a:r>
            <a:endParaRPr lang="bg-BG" sz="2000" i="1" dirty="0" smtClean="0">
              <a:solidFill>
                <a:srgbClr val="000000"/>
              </a:solidFill>
              <a:latin typeface="Consolas"/>
            </a:endParaRPr>
          </a:p>
        </p:txBody>
      </p:sp>
    </p:spTree>
    <p:extLst>
      <p:ext uri="{BB962C8B-B14F-4D97-AF65-F5344CB8AC3E}">
        <p14:creationId xmlns:p14="http://schemas.microsoft.com/office/powerpoint/2010/main" val="943577315"/>
      </p:ext>
    </p:extLst>
  </p:cSld>
  <p:clrMapOvr>
    <a:masterClrMapping/>
  </p:clrMapOvr>
  <p:transition spd="med"/>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sz="3200" dirty="0"/>
              <a:t>Обработка на даден елемент</a:t>
            </a:r>
            <a:r>
              <a:rPr lang="en-US" sz="3200" dirty="0"/>
              <a:t> </a:t>
            </a:r>
            <a:r>
              <a:rPr lang="en-US" sz="3200" dirty="0" smtClean="0"/>
              <a:t>(2)</a:t>
            </a:r>
            <a:endParaRPr lang="en-US" sz="3200" dirty="0"/>
          </a:p>
        </p:txBody>
      </p:sp>
      <p:sp>
        <p:nvSpPr>
          <p:cNvPr id="3" name="Text Placeholder 2"/>
          <p:cNvSpPr>
            <a:spLocks noGrp="1"/>
          </p:cNvSpPr>
          <p:nvPr>
            <p:ph type="body" sz="quarter" idx="10"/>
          </p:nvPr>
        </p:nvSpPr>
        <p:spPr>
          <a:xfrm>
            <a:off x="324000" y="1296365"/>
            <a:ext cx="8494713" cy="4785348"/>
          </a:xfrm>
        </p:spPr>
        <p:txBody>
          <a:bodyPr/>
          <a:lstStyle/>
          <a:p>
            <a:pPr marL="342900" indent="-342900">
              <a:buFont typeface="Wingdings" panose="05000000000000000000" pitchFamily="2" charset="2"/>
              <a:buChar char="q"/>
            </a:pPr>
            <a:r>
              <a:rPr lang="bg-BG" sz="2400" b="0" dirty="0" smtClean="0"/>
              <a:t>Четене на </a:t>
            </a:r>
            <a:r>
              <a:rPr lang="en-US" sz="2400" b="0" dirty="0" smtClean="0"/>
              <a:t>XML content:</a:t>
            </a:r>
          </a:p>
          <a:p>
            <a:r>
              <a:rPr lang="en-US" sz="2000" dirty="0" smtClean="0">
                <a:solidFill>
                  <a:srgbClr val="000000"/>
                </a:solidFill>
                <a:latin typeface="Consolas"/>
              </a:rPr>
              <a:t>    String </a:t>
            </a:r>
            <a:r>
              <a:rPr lang="en-US" sz="2000" dirty="0">
                <a:solidFill>
                  <a:srgbClr val="6A3E3E"/>
                </a:solidFill>
                <a:latin typeface="Consolas"/>
              </a:rPr>
              <a:t>content</a:t>
            </a:r>
            <a:r>
              <a:rPr lang="en-US" sz="2000" dirty="0">
                <a:solidFill>
                  <a:srgbClr val="000000"/>
                </a:solidFill>
                <a:latin typeface="Consolas"/>
              </a:rPr>
              <a:t> = </a:t>
            </a:r>
            <a:r>
              <a:rPr lang="en-US" sz="2000" dirty="0" err="1">
                <a:solidFill>
                  <a:srgbClr val="6A3E3E"/>
                </a:solidFill>
                <a:latin typeface="Consolas"/>
              </a:rPr>
              <a:t>cNode</a:t>
            </a:r>
            <a:r>
              <a:rPr lang="en-US" sz="2000" dirty="0" err="1">
                <a:solidFill>
                  <a:srgbClr val="000000"/>
                </a:solidFill>
                <a:latin typeface="Consolas"/>
              </a:rPr>
              <a:t>.getLastChild</a:t>
            </a:r>
            <a:r>
              <a:rPr lang="en-US" sz="2000" dirty="0" smtClean="0">
                <a:solidFill>
                  <a:srgbClr val="000000"/>
                </a:solidFill>
                <a:latin typeface="Consolas"/>
              </a:rPr>
              <a:t>()</a:t>
            </a:r>
            <a:br>
              <a:rPr lang="en-US" sz="2000" dirty="0" smtClean="0">
                <a:solidFill>
                  <a:srgbClr val="000000"/>
                </a:solidFill>
                <a:latin typeface="Consolas"/>
              </a:rPr>
            </a:br>
            <a:r>
              <a:rPr lang="en-US" sz="2000" dirty="0" smtClean="0">
                <a:solidFill>
                  <a:srgbClr val="000000"/>
                </a:solidFill>
                <a:latin typeface="Consolas"/>
              </a:rPr>
              <a:t>                          .</a:t>
            </a:r>
            <a:r>
              <a:rPr lang="en-US" sz="2000" dirty="0" err="1">
                <a:solidFill>
                  <a:srgbClr val="000000"/>
                </a:solidFill>
                <a:latin typeface="Consolas"/>
              </a:rPr>
              <a:t>getTextContent</a:t>
            </a:r>
            <a:r>
              <a:rPr lang="en-US" sz="2000" dirty="0">
                <a:solidFill>
                  <a:srgbClr val="000000"/>
                </a:solidFill>
                <a:latin typeface="Consolas"/>
              </a:rPr>
              <a:t>().trim();</a:t>
            </a:r>
          </a:p>
          <a:p>
            <a:pPr>
              <a:spcBef>
                <a:spcPts val="0"/>
              </a:spcBef>
            </a:pPr>
            <a:r>
              <a:rPr lang="en-US" sz="2000" dirty="0">
                <a:solidFill>
                  <a:srgbClr val="000000"/>
                </a:solidFill>
                <a:latin typeface="Consolas"/>
              </a:rPr>
              <a:t>    </a:t>
            </a:r>
            <a:r>
              <a:rPr lang="en-US" sz="2000" dirty="0" smtClean="0">
                <a:solidFill>
                  <a:srgbClr val="7F0055"/>
                </a:solidFill>
                <a:latin typeface="Consolas"/>
              </a:rPr>
              <a:t>switch</a:t>
            </a:r>
            <a:r>
              <a:rPr lang="en-US" sz="2000" dirty="0" smtClean="0">
                <a:solidFill>
                  <a:srgbClr val="000000"/>
                </a:solidFill>
                <a:latin typeface="Consolas"/>
              </a:rPr>
              <a:t> </a:t>
            </a:r>
            <a:r>
              <a:rPr lang="en-US" sz="2000" dirty="0">
                <a:solidFill>
                  <a:srgbClr val="000000"/>
                </a:solidFill>
                <a:latin typeface="Consolas"/>
              </a:rPr>
              <a:t>(</a:t>
            </a:r>
            <a:r>
              <a:rPr lang="en-US" sz="2000" dirty="0" err="1">
                <a:solidFill>
                  <a:srgbClr val="6A3E3E"/>
                </a:solidFill>
                <a:latin typeface="Consolas"/>
              </a:rPr>
              <a:t>cNode</a:t>
            </a:r>
            <a:r>
              <a:rPr lang="en-US" sz="2000" dirty="0" err="1">
                <a:solidFill>
                  <a:srgbClr val="000000"/>
                </a:solidFill>
                <a:latin typeface="Consolas"/>
              </a:rPr>
              <a:t>.getNodeName</a:t>
            </a:r>
            <a:r>
              <a:rPr lang="en-US" sz="2000" dirty="0">
                <a:solidFill>
                  <a:srgbClr val="000000"/>
                </a:solidFill>
                <a:latin typeface="Consolas"/>
              </a:rPr>
              <a:t>()) {</a:t>
            </a:r>
          </a:p>
          <a:p>
            <a:pPr>
              <a:spcBef>
                <a:spcPts val="0"/>
              </a:spcBef>
            </a:pPr>
            <a:r>
              <a:rPr lang="en-US" sz="2000" dirty="0" smtClean="0">
                <a:solidFill>
                  <a:srgbClr val="000000"/>
                </a:solidFill>
                <a:latin typeface="Consolas"/>
              </a:rPr>
              <a:t>        </a:t>
            </a:r>
            <a:r>
              <a:rPr lang="en-US" sz="2000" dirty="0" smtClean="0">
                <a:solidFill>
                  <a:srgbClr val="7F0055"/>
                </a:solidFill>
                <a:latin typeface="Consolas"/>
              </a:rPr>
              <a:t>case</a:t>
            </a:r>
            <a:r>
              <a:rPr lang="en-US" sz="2000" dirty="0" smtClean="0">
                <a:solidFill>
                  <a:srgbClr val="000000"/>
                </a:solidFill>
                <a:latin typeface="Consolas"/>
              </a:rPr>
              <a:t> </a:t>
            </a:r>
            <a:r>
              <a:rPr lang="en-US" sz="2000" dirty="0">
                <a:solidFill>
                  <a:srgbClr val="2A00FF"/>
                </a:solidFill>
                <a:latin typeface="Consolas"/>
              </a:rPr>
              <a:t>"</a:t>
            </a:r>
            <a:r>
              <a:rPr lang="en-US" sz="2000" dirty="0" err="1">
                <a:solidFill>
                  <a:srgbClr val="2A00FF"/>
                </a:solidFill>
                <a:latin typeface="Consolas"/>
              </a:rPr>
              <a:t>firstName</a:t>
            </a:r>
            <a:r>
              <a:rPr lang="en-US" sz="2000" dirty="0">
                <a:solidFill>
                  <a:srgbClr val="2A00FF"/>
                </a:solidFill>
                <a:latin typeface="Consolas"/>
              </a:rPr>
              <a:t>"</a:t>
            </a:r>
            <a:r>
              <a:rPr lang="en-US" sz="2000" dirty="0">
                <a:solidFill>
                  <a:srgbClr val="000000"/>
                </a:solidFill>
                <a:latin typeface="Consolas"/>
              </a:rPr>
              <a:t>:</a:t>
            </a:r>
          </a:p>
          <a:p>
            <a:pPr>
              <a:spcBef>
                <a:spcPts val="0"/>
              </a:spcBef>
            </a:pPr>
            <a:r>
              <a:rPr lang="en-US" sz="2000" dirty="0" smtClean="0">
                <a:solidFill>
                  <a:srgbClr val="6A3E3E"/>
                </a:solidFill>
                <a:latin typeface="Consolas"/>
              </a:rPr>
              <a:t>            </a:t>
            </a:r>
            <a:r>
              <a:rPr lang="en-US" sz="2000" dirty="0" err="1" smtClean="0">
                <a:solidFill>
                  <a:srgbClr val="6A3E3E"/>
                </a:solidFill>
                <a:latin typeface="Consolas"/>
              </a:rPr>
              <a:t>student</a:t>
            </a:r>
            <a:r>
              <a:rPr lang="en-US" sz="2000" dirty="0" err="1" smtClean="0">
                <a:solidFill>
                  <a:srgbClr val="000000"/>
                </a:solidFill>
                <a:latin typeface="Consolas"/>
              </a:rPr>
              <a:t>.setFirstName</a:t>
            </a:r>
            <a:r>
              <a:rPr lang="en-US" sz="2000" dirty="0" smtClean="0">
                <a:solidFill>
                  <a:srgbClr val="000000"/>
                </a:solidFill>
                <a:latin typeface="Consolas"/>
              </a:rPr>
              <a:t>(</a:t>
            </a:r>
            <a:r>
              <a:rPr lang="en-US" sz="2000" dirty="0" smtClean="0">
                <a:solidFill>
                  <a:srgbClr val="6A3E3E"/>
                </a:solidFill>
                <a:latin typeface="Consolas"/>
              </a:rPr>
              <a:t>content</a:t>
            </a:r>
            <a:r>
              <a:rPr lang="en-US" sz="2000" dirty="0">
                <a:solidFill>
                  <a:srgbClr val="000000"/>
                </a:solidFill>
                <a:latin typeface="Consolas"/>
              </a:rPr>
              <a:t>);</a:t>
            </a:r>
          </a:p>
          <a:p>
            <a:pPr>
              <a:spcBef>
                <a:spcPts val="0"/>
              </a:spcBef>
            </a:pPr>
            <a:r>
              <a:rPr lang="en-US" sz="2000" dirty="0" smtClean="0">
                <a:solidFill>
                  <a:srgbClr val="7F0055"/>
                </a:solidFill>
                <a:latin typeface="Consolas"/>
              </a:rPr>
              <a:t>            break</a:t>
            </a:r>
            <a:r>
              <a:rPr lang="en-US" sz="2000" dirty="0">
                <a:solidFill>
                  <a:srgbClr val="000000"/>
                </a:solidFill>
                <a:latin typeface="Consolas"/>
              </a:rPr>
              <a:t>;</a:t>
            </a:r>
          </a:p>
          <a:p>
            <a:pPr>
              <a:spcBef>
                <a:spcPts val="0"/>
              </a:spcBef>
            </a:pPr>
            <a:r>
              <a:rPr lang="en-US" sz="2000" dirty="0">
                <a:solidFill>
                  <a:srgbClr val="000000"/>
                </a:solidFill>
                <a:latin typeface="Consolas"/>
              </a:rPr>
              <a:t> </a:t>
            </a:r>
            <a:r>
              <a:rPr lang="en-US" sz="2000" dirty="0" smtClean="0">
                <a:solidFill>
                  <a:srgbClr val="000000"/>
                </a:solidFill>
                <a:latin typeface="Consolas"/>
              </a:rPr>
              <a:t>       </a:t>
            </a:r>
            <a:r>
              <a:rPr lang="en-US" sz="2000" dirty="0" smtClean="0">
                <a:solidFill>
                  <a:srgbClr val="7F0055"/>
                </a:solidFill>
                <a:latin typeface="Consolas"/>
              </a:rPr>
              <a:t>case</a:t>
            </a:r>
            <a:r>
              <a:rPr lang="en-US" sz="2000" dirty="0" smtClean="0">
                <a:solidFill>
                  <a:srgbClr val="000000"/>
                </a:solidFill>
                <a:latin typeface="Consolas"/>
              </a:rPr>
              <a:t> </a:t>
            </a:r>
            <a:r>
              <a:rPr lang="en-US" sz="2000" dirty="0">
                <a:solidFill>
                  <a:srgbClr val="2A00FF"/>
                </a:solidFill>
                <a:latin typeface="Consolas"/>
              </a:rPr>
              <a:t>"</a:t>
            </a:r>
            <a:r>
              <a:rPr lang="en-US" sz="2000" dirty="0" err="1">
                <a:solidFill>
                  <a:srgbClr val="2A00FF"/>
                </a:solidFill>
                <a:latin typeface="Consolas"/>
              </a:rPr>
              <a:t>lastName</a:t>
            </a:r>
            <a:r>
              <a:rPr lang="en-US" sz="2000" dirty="0">
                <a:solidFill>
                  <a:srgbClr val="2A00FF"/>
                </a:solidFill>
                <a:latin typeface="Consolas"/>
              </a:rPr>
              <a:t>"</a:t>
            </a:r>
            <a:r>
              <a:rPr lang="en-US" sz="2000" dirty="0">
                <a:solidFill>
                  <a:srgbClr val="000000"/>
                </a:solidFill>
                <a:latin typeface="Consolas"/>
              </a:rPr>
              <a:t>:</a:t>
            </a:r>
          </a:p>
          <a:p>
            <a:pPr>
              <a:spcBef>
                <a:spcPts val="0"/>
              </a:spcBef>
            </a:pPr>
            <a:r>
              <a:rPr lang="en-US" sz="2000" dirty="0">
                <a:solidFill>
                  <a:srgbClr val="000000"/>
                </a:solidFill>
                <a:latin typeface="Consolas"/>
              </a:rPr>
              <a:t>        </a:t>
            </a:r>
            <a:r>
              <a:rPr lang="en-US" sz="2000" dirty="0" smtClean="0">
                <a:solidFill>
                  <a:srgbClr val="000000"/>
                </a:solidFill>
                <a:latin typeface="Consolas"/>
              </a:rPr>
              <a:t>    </a:t>
            </a:r>
            <a:r>
              <a:rPr lang="en-US" sz="2000" dirty="0" err="1">
                <a:solidFill>
                  <a:srgbClr val="6A3E3E"/>
                </a:solidFill>
                <a:latin typeface="Consolas"/>
              </a:rPr>
              <a:t>student</a:t>
            </a:r>
            <a:r>
              <a:rPr lang="en-US" sz="2000" dirty="0" err="1">
                <a:solidFill>
                  <a:srgbClr val="000000"/>
                </a:solidFill>
                <a:latin typeface="Consolas"/>
              </a:rPr>
              <a:t>.setLastName</a:t>
            </a:r>
            <a:r>
              <a:rPr lang="en-US" sz="2000" dirty="0">
                <a:solidFill>
                  <a:srgbClr val="000000"/>
                </a:solidFill>
                <a:latin typeface="Consolas"/>
              </a:rPr>
              <a:t>(</a:t>
            </a:r>
            <a:r>
              <a:rPr lang="en-US" sz="2000" dirty="0">
                <a:solidFill>
                  <a:srgbClr val="6A3E3E"/>
                </a:solidFill>
                <a:latin typeface="Consolas"/>
              </a:rPr>
              <a:t>content</a:t>
            </a:r>
            <a:r>
              <a:rPr lang="en-US" sz="2000" dirty="0">
                <a:solidFill>
                  <a:srgbClr val="000000"/>
                </a:solidFill>
                <a:latin typeface="Consolas"/>
              </a:rPr>
              <a:t>);</a:t>
            </a:r>
          </a:p>
          <a:p>
            <a:pPr>
              <a:spcBef>
                <a:spcPts val="0"/>
              </a:spcBef>
            </a:pPr>
            <a:r>
              <a:rPr lang="en-US" sz="2000" dirty="0">
                <a:solidFill>
                  <a:srgbClr val="000000"/>
                </a:solidFill>
                <a:latin typeface="Consolas"/>
              </a:rPr>
              <a:t>        </a:t>
            </a:r>
            <a:r>
              <a:rPr lang="en-US" sz="2000" dirty="0" smtClean="0">
                <a:solidFill>
                  <a:srgbClr val="000000"/>
                </a:solidFill>
                <a:latin typeface="Consolas"/>
              </a:rPr>
              <a:t>    </a:t>
            </a:r>
            <a:r>
              <a:rPr lang="en-US" sz="2000" dirty="0">
                <a:solidFill>
                  <a:srgbClr val="7F0055"/>
                </a:solidFill>
                <a:latin typeface="Consolas"/>
              </a:rPr>
              <a:t>break</a:t>
            </a:r>
            <a:r>
              <a:rPr lang="en-US" sz="2000" dirty="0">
                <a:solidFill>
                  <a:srgbClr val="000000"/>
                </a:solidFill>
                <a:latin typeface="Consolas"/>
              </a:rPr>
              <a:t>;</a:t>
            </a:r>
          </a:p>
          <a:p>
            <a:pPr>
              <a:spcBef>
                <a:spcPts val="0"/>
              </a:spcBef>
            </a:pPr>
            <a:r>
              <a:rPr lang="en-US" sz="2000" dirty="0">
                <a:solidFill>
                  <a:srgbClr val="000000"/>
                </a:solidFill>
                <a:latin typeface="Consolas"/>
              </a:rPr>
              <a:t>        </a:t>
            </a:r>
            <a:r>
              <a:rPr lang="en-US" sz="2000" dirty="0" smtClean="0">
                <a:solidFill>
                  <a:srgbClr val="7F0055"/>
                </a:solidFill>
                <a:latin typeface="Consolas"/>
              </a:rPr>
              <a:t>case</a:t>
            </a:r>
            <a:r>
              <a:rPr lang="en-US" sz="2000" dirty="0" smtClean="0">
                <a:solidFill>
                  <a:srgbClr val="000000"/>
                </a:solidFill>
                <a:latin typeface="Consolas"/>
              </a:rPr>
              <a:t> </a:t>
            </a:r>
            <a:r>
              <a:rPr lang="en-US" sz="2000" dirty="0">
                <a:solidFill>
                  <a:srgbClr val="2A00FF"/>
                </a:solidFill>
                <a:latin typeface="Consolas"/>
              </a:rPr>
              <a:t>"department"</a:t>
            </a:r>
            <a:r>
              <a:rPr lang="en-US" sz="2000" dirty="0">
                <a:solidFill>
                  <a:srgbClr val="000000"/>
                </a:solidFill>
                <a:latin typeface="Consolas"/>
              </a:rPr>
              <a:t>:</a:t>
            </a:r>
          </a:p>
          <a:p>
            <a:pPr>
              <a:spcBef>
                <a:spcPts val="0"/>
              </a:spcBef>
            </a:pPr>
            <a:r>
              <a:rPr lang="en-US" sz="2000" dirty="0">
                <a:solidFill>
                  <a:srgbClr val="000000"/>
                </a:solidFill>
                <a:latin typeface="Consolas"/>
              </a:rPr>
              <a:t>        </a:t>
            </a:r>
            <a:r>
              <a:rPr lang="en-US" sz="2000" dirty="0" smtClean="0">
                <a:solidFill>
                  <a:srgbClr val="000000"/>
                </a:solidFill>
                <a:latin typeface="Consolas"/>
              </a:rPr>
              <a:t>    </a:t>
            </a:r>
            <a:r>
              <a:rPr lang="en-US" sz="2000" dirty="0" err="1">
                <a:solidFill>
                  <a:srgbClr val="6A3E3E"/>
                </a:solidFill>
                <a:latin typeface="Consolas"/>
              </a:rPr>
              <a:t>student</a:t>
            </a:r>
            <a:r>
              <a:rPr lang="en-US" sz="2000" dirty="0" err="1">
                <a:solidFill>
                  <a:srgbClr val="000000"/>
                </a:solidFill>
                <a:latin typeface="Consolas"/>
              </a:rPr>
              <a:t>.setDepartment</a:t>
            </a:r>
            <a:r>
              <a:rPr lang="en-US" sz="2000" dirty="0">
                <a:solidFill>
                  <a:srgbClr val="000000"/>
                </a:solidFill>
                <a:latin typeface="Consolas"/>
              </a:rPr>
              <a:t>(</a:t>
            </a:r>
            <a:r>
              <a:rPr lang="en-US" sz="2000" dirty="0">
                <a:solidFill>
                  <a:srgbClr val="6A3E3E"/>
                </a:solidFill>
                <a:latin typeface="Consolas"/>
              </a:rPr>
              <a:t>content</a:t>
            </a:r>
            <a:r>
              <a:rPr lang="en-US" sz="2000" dirty="0">
                <a:solidFill>
                  <a:srgbClr val="000000"/>
                </a:solidFill>
                <a:latin typeface="Consolas"/>
              </a:rPr>
              <a:t>);</a:t>
            </a:r>
          </a:p>
          <a:p>
            <a:pPr>
              <a:spcBef>
                <a:spcPts val="0"/>
              </a:spcBef>
            </a:pPr>
            <a:r>
              <a:rPr lang="en-US" sz="2000" dirty="0">
                <a:solidFill>
                  <a:srgbClr val="000000"/>
                </a:solidFill>
                <a:latin typeface="Consolas"/>
              </a:rPr>
              <a:t>        </a:t>
            </a:r>
            <a:r>
              <a:rPr lang="en-US" sz="2000" dirty="0" smtClean="0">
                <a:solidFill>
                  <a:srgbClr val="000000"/>
                </a:solidFill>
                <a:latin typeface="Consolas"/>
              </a:rPr>
              <a:t>    </a:t>
            </a:r>
            <a:r>
              <a:rPr lang="en-US" sz="2000" dirty="0">
                <a:solidFill>
                  <a:srgbClr val="7F0055"/>
                </a:solidFill>
                <a:latin typeface="Consolas"/>
              </a:rPr>
              <a:t>break</a:t>
            </a:r>
            <a:r>
              <a:rPr lang="en-US" sz="2000" dirty="0" smtClean="0">
                <a:solidFill>
                  <a:srgbClr val="000000"/>
                </a:solidFill>
                <a:latin typeface="Consolas"/>
              </a:rPr>
              <a:t>;</a:t>
            </a:r>
            <a:br>
              <a:rPr lang="en-US" sz="2000" dirty="0" smtClean="0">
                <a:solidFill>
                  <a:srgbClr val="000000"/>
                </a:solidFill>
                <a:latin typeface="Consolas"/>
              </a:rPr>
            </a:br>
            <a:r>
              <a:rPr lang="en-US" sz="2000" dirty="0" smtClean="0">
                <a:solidFill>
                  <a:srgbClr val="000000"/>
                </a:solidFill>
                <a:latin typeface="Consolas"/>
              </a:rPr>
              <a:t>    }</a:t>
            </a:r>
          </a:p>
          <a:p>
            <a:pPr>
              <a:spcBef>
                <a:spcPts val="0"/>
              </a:spcBef>
            </a:pPr>
            <a:endParaRPr lang="bg-BG" sz="2800" b="0" dirty="0" smtClean="0"/>
          </a:p>
        </p:txBody>
      </p:sp>
    </p:spTree>
    <p:extLst>
      <p:ext uri="{BB962C8B-B14F-4D97-AF65-F5344CB8AC3E}">
        <p14:creationId xmlns:p14="http://schemas.microsoft.com/office/powerpoint/2010/main" val="1705080837"/>
      </p:ext>
    </p:extLst>
  </p:cSld>
  <p:clrMapOvr>
    <a:masterClrMapping/>
  </p:clrMapOvr>
  <p:transition spd="med"/>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sz="3200" dirty="0" smtClean="0"/>
              <a:t>Въведение в </a:t>
            </a:r>
            <a:r>
              <a:rPr lang="en-US" sz="3200" dirty="0" smtClean="0"/>
              <a:t>SAX</a:t>
            </a:r>
            <a:endParaRPr lang="en-US" sz="3200" dirty="0"/>
          </a:p>
        </p:txBody>
      </p:sp>
      <p:sp>
        <p:nvSpPr>
          <p:cNvPr id="3" name="Text Placeholder 2"/>
          <p:cNvSpPr>
            <a:spLocks noGrp="1"/>
          </p:cNvSpPr>
          <p:nvPr>
            <p:ph type="body" sz="quarter" idx="10"/>
          </p:nvPr>
        </p:nvSpPr>
        <p:spPr>
          <a:xfrm>
            <a:off x="324000" y="1296365"/>
            <a:ext cx="8494713" cy="4785348"/>
          </a:xfrm>
        </p:spPr>
        <p:txBody>
          <a:bodyPr/>
          <a:lstStyle/>
          <a:p>
            <a:pPr marL="342900" indent="-342900">
              <a:buFont typeface="Wingdings" panose="05000000000000000000" pitchFamily="2" charset="2"/>
              <a:buChar char="q"/>
            </a:pPr>
            <a:r>
              <a:rPr lang="en-US" sz="2400" dirty="0" smtClean="0"/>
              <a:t>S</a:t>
            </a:r>
            <a:r>
              <a:rPr lang="en-US" sz="2400" b="0" dirty="0" smtClean="0"/>
              <a:t>imple </a:t>
            </a:r>
            <a:r>
              <a:rPr lang="en-US" sz="2400" dirty="0" smtClean="0"/>
              <a:t>A</a:t>
            </a:r>
            <a:r>
              <a:rPr lang="en-US" sz="2400" b="0" dirty="0" smtClean="0"/>
              <a:t>PI for </a:t>
            </a:r>
            <a:r>
              <a:rPr lang="en-US" sz="2400" dirty="0" smtClean="0"/>
              <a:t>X</a:t>
            </a:r>
            <a:r>
              <a:rPr lang="en-US" sz="2400" b="0" dirty="0" smtClean="0"/>
              <a:t>ML</a:t>
            </a:r>
            <a:endParaRPr lang="bg-BG" sz="2400" b="0" dirty="0" smtClean="0"/>
          </a:p>
          <a:p>
            <a:pPr marL="342900" indent="-342900">
              <a:buFont typeface="Wingdings" panose="05000000000000000000" pitchFamily="2" charset="2"/>
              <a:buChar char="q"/>
            </a:pPr>
            <a:r>
              <a:rPr lang="en-US" sz="2400" b="0" dirty="0" smtClean="0"/>
              <a:t>Event-driven </a:t>
            </a:r>
            <a:r>
              <a:rPr lang="bg-BG" sz="2400" b="0" dirty="0" smtClean="0"/>
              <a:t>механизъм за достъп до </a:t>
            </a:r>
            <a:r>
              <a:rPr lang="en-US" sz="2400" b="0" dirty="0" smtClean="0"/>
              <a:t>XML </a:t>
            </a:r>
            <a:r>
              <a:rPr lang="bg-BG" sz="2400" b="0" dirty="0" smtClean="0"/>
              <a:t>документи</a:t>
            </a:r>
            <a:endParaRPr lang="en-US" sz="2400" b="0" dirty="0" smtClean="0"/>
          </a:p>
          <a:p>
            <a:pPr marL="342900" indent="-342900">
              <a:buFont typeface="Wingdings" panose="05000000000000000000" pitchFamily="2" charset="2"/>
              <a:buChar char="q"/>
            </a:pPr>
            <a:r>
              <a:rPr lang="bg-BG" sz="2400" b="0" dirty="0" smtClean="0"/>
              <a:t>Много бърз и ефективен при консумацията на памет</a:t>
            </a:r>
            <a:endParaRPr lang="en-US" sz="2400" b="0" dirty="0" smtClean="0"/>
          </a:p>
          <a:p>
            <a:pPr marL="342900" indent="-342900">
              <a:buFont typeface="Wingdings" panose="05000000000000000000" pitchFamily="2" charset="2"/>
              <a:buChar char="q"/>
            </a:pPr>
            <a:r>
              <a:rPr lang="bg-BG" sz="2400" b="0" dirty="0" smtClean="0"/>
              <a:t>По-труден за </a:t>
            </a:r>
            <a:r>
              <a:rPr lang="en-US" sz="2400" b="0" dirty="0" smtClean="0"/>
              <a:t>setup</a:t>
            </a:r>
            <a:r>
              <a:rPr lang="bg-BG" sz="2400" b="0" dirty="0" smtClean="0"/>
              <a:t>:</a:t>
            </a:r>
          </a:p>
          <a:p>
            <a:pPr marL="702900" lvl="3" indent="-342900">
              <a:buFont typeface="Wingdings" panose="05000000000000000000" pitchFamily="2" charset="2"/>
              <a:buChar char="q"/>
            </a:pPr>
            <a:r>
              <a:rPr lang="en-US" sz="2000" dirty="0" smtClean="0"/>
              <a:t>Event driven </a:t>
            </a:r>
            <a:r>
              <a:rPr lang="bg-BG" sz="2000" dirty="0" smtClean="0"/>
              <a:t>модел</a:t>
            </a:r>
          </a:p>
          <a:p>
            <a:pPr marL="702900" lvl="3" indent="-342900">
              <a:buFont typeface="Wingdings" panose="05000000000000000000" pitchFamily="2" charset="2"/>
              <a:buChar char="q"/>
            </a:pPr>
            <a:r>
              <a:rPr lang="bg-BG" sz="2000" dirty="0" smtClean="0"/>
              <a:t>Стандартни </a:t>
            </a:r>
            <a:r>
              <a:rPr lang="en-US" sz="2000" dirty="0" smtClean="0"/>
              <a:t>callback </a:t>
            </a:r>
            <a:r>
              <a:rPr lang="bg-BG" sz="2000" dirty="0" smtClean="0"/>
              <a:t>методи</a:t>
            </a:r>
          </a:p>
          <a:p>
            <a:pPr marL="702900" lvl="3" indent="-342900">
              <a:buFont typeface="Wingdings" panose="05000000000000000000" pitchFamily="2" charset="2"/>
              <a:buChar char="q"/>
            </a:pPr>
            <a:r>
              <a:rPr lang="en-US" sz="2000" dirty="0" smtClean="0"/>
              <a:t>Parser</a:t>
            </a:r>
            <a:r>
              <a:rPr lang="bg-BG" sz="2000" dirty="0" smtClean="0"/>
              <a:t>-</a:t>
            </a:r>
            <a:r>
              <a:rPr lang="bg-BG" sz="2000" dirty="0" err="1" smtClean="0"/>
              <a:t>ът</a:t>
            </a:r>
            <a:r>
              <a:rPr lang="bg-BG" sz="2000" dirty="0" smtClean="0"/>
              <a:t> извиква тези методи</a:t>
            </a:r>
            <a:endParaRPr lang="bg-BG" sz="2000" b="0" dirty="0" smtClean="0"/>
          </a:p>
          <a:p>
            <a:pPr marL="342900" indent="-342900">
              <a:buFont typeface="Wingdings" panose="05000000000000000000" pitchFamily="2" charset="2"/>
              <a:buChar char="q"/>
            </a:pPr>
            <a:r>
              <a:rPr lang="bg-BG" sz="2400" b="0" dirty="0" smtClean="0"/>
              <a:t>Не се пази информация за обработените елементи</a:t>
            </a:r>
            <a:endParaRPr lang="en-US" sz="2400" b="0" dirty="0"/>
          </a:p>
          <a:p>
            <a:pPr marL="342900" lvl="1" indent="-342900">
              <a:buFont typeface="Wingdings" panose="05000000000000000000" pitchFamily="2" charset="2"/>
              <a:buChar char="q"/>
            </a:pPr>
            <a:r>
              <a:rPr lang="ru-RU" sz="2400" b="0" dirty="0" smtClean="0"/>
              <a:t>Не </a:t>
            </a:r>
            <a:r>
              <a:rPr lang="ru-RU" sz="2400" b="0" dirty="0" err="1" smtClean="0"/>
              <a:t>позволява</a:t>
            </a:r>
            <a:r>
              <a:rPr lang="ru-RU" sz="2400" b="0" dirty="0" smtClean="0"/>
              <a:t> </a:t>
            </a:r>
            <a:r>
              <a:rPr lang="ru-RU" sz="2400" b="0" dirty="0" err="1" smtClean="0"/>
              <a:t>връщане</a:t>
            </a:r>
            <a:r>
              <a:rPr lang="ru-RU" sz="2400" b="0" dirty="0" smtClean="0"/>
              <a:t> назад или </a:t>
            </a:r>
            <a:r>
              <a:rPr lang="ru-RU" sz="2400" b="0" dirty="0" err="1" smtClean="0"/>
              <a:t>пренареждане</a:t>
            </a:r>
            <a:endParaRPr lang="ru-RU" sz="2400" b="0" dirty="0"/>
          </a:p>
        </p:txBody>
      </p:sp>
    </p:spTree>
    <p:extLst>
      <p:ext uri="{BB962C8B-B14F-4D97-AF65-F5344CB8AC3E}">
        <p14:creationId xmlns:p14="http://schemas.microsoft.com/office/powerpoint/2010/main" val="2045595923"/>
      </p:ext>
    </p:extLst>
  </p:cSld>
  <p:clrMapOvr>
    <a:masterClrMapping/>
  </p:clrMapOvr>
  <p:transition spd="med"/>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smtClean="0"/>
              <a:t>Parse</a:t>
            </a:r>
            <a:r>
              <a:rPr lang="bg-BG" sz="3200" dirty="0" smtClean="0"/>
              <a:t>-</a:t>
            </a:r>
            <a:r>
              <a:rPr lang="bg-BG" sz="3200" dirty="0" err="1" smtClean="0"/>
              <a:t>ване</a:t>
            </a:r>
            <a:r>
              <a:rPr lang="bg-BG" sz="3200" dirty="0" smtClean="0"/>
              <a:t> на </a:t>
            </a:r>
            <a:r>
              <a:rPr lang="en-US" sz="3200" dirty="0" smtClean="0"/>
              <a:t>XML </a:t>
            </a:r>
            <a:r>
              <a:rPr lang="bg-BG" sz="3200" dirty="0" smtClean="0"/>
              <a:t>със </a:t>
            </a:r>
            <a:r>
              <a:rPr lang="en-US" sz="3200" dirty="0" smtClean="0"/>
              <a:t>SAX</a:t>
            </a:r>
            <a:endParaRPr lang="en-US" sz="3200" dirty="0"/>
          </a:p>
        </p:txBody>
      </p:sp>
      <p:sp>
        <p:nvSpPr>
          <p:cNvPr id="3" name="Text Placeholder 2"/>
          <p:cNvSpPr>
            <a:spLocks noGrp="1"/>
          </p:cNvSpPr>
          <p:nvPr>
            <p:ph type="body" sz="quarter" idx="10"/>
          </p:nvPr>
        </p:nvSpPr>
        <p:spPr>
          <a:xfrm>
            <a:off x="324000" y="1296365"/>
            <a:ext cx="8494713" cy="4785348"/>
          </a:xfrm>
        </p:spPr>
        <p:txBody>
          <a:bodyPr/>
          <a:lstStyle/>
          <a:p>
            <a:pPr marL="342900" indent="-342900">
              <a:buFont typeface="Wingdings" panose="05000000000000000000" pitchFamily="2" charset="2"/>
              <a:buChar char="q"/>
            </a:pPr>
            <a:endParaRPr lang="en-US" sz="2400" b="0" dirty="0" smtClean="0"/>
          </a:p>
          <a:p>
            <a:pPr marL="342900" indent="-342900">
              <a:buFont typeface="Wingdings" panose="05000000000000000000" pitchFamily="2" charset="2"/>
              <a:buChar char="q"/>
            </a:pPr>
            <a:r>
              <a:rPr lang="bg-BG" sz="2400" b="0" dirty="0" smtClean="0"/>
              <a:t>Имплементиране на </a:t>
            </a:r>
            <a:r>
              <a:rPr lang="en-US" sz="2400" b="0" dirty="0" smtClean="0"/>
              <a:t>handler</a:t>
            </a:r>
          </a:p>
          <a:p>
            <a:pPr marL="702900" lvl="3" indent="-342900">
              <a:buFont typeface="Wingdings" panose="05000000000000000000" pitchFamily="2" charset="2"/>
              <a:buChar char="q"/>
            </a:pPr>
            <a:r>
              <a:rPr lang="bg-BG" sz="2000" dirty="0" smtClean="0"/>
              <a:t>Само необходимите ни </a:t>
            </a:r>
            <a:r>
              <a:rPr lang="en-US" sz="2000" dirty="0" smtClean="0"/>
              <a:t>event</a:t>
            </a:r>
            <a:r>
              <a:rPr lang="bg-BG" sz="2000" dirty="0" smtClean="0"/>
              <a:t>-и</a:t>
            </a:r>
            <a:endParaRPr lang="en-US" sz="2000" b="0" dirty="0" smtClean="0"/>
          </a:p>
          <a:p>
            <a:pPr marL="342900" indent="-342900">
              <a:buFont typeface="Wingdings" panose="05000000000000000000" pitchFamily="2" charset="2"/>
              <a:buChar char="q"/>
            </a:pPr>
            <a:r>
              <a:rPr lang="bg-BG" sz="2400" b="0" dirty="0" smtClean="0"/>
              <a:t>Подготовка на </a:t>
            </a:r>
            <a:r>
              <a:rPr lang="en-US" sz="2400" b="0" dirty="0" smtClean="0"/>
              <a:t>parser</a:t>
            </a:r>
            <a:r>
              <a:rPr lang="bg-BG" sz="2400" b="0" dirty="0" smtClean="0"/>
              <a:t>-а</a:t>
            </a:r>
            <a:endParaRPr lang="en-US" sz="2400" b="0" dirty="0" smtClean="0"/>
          </a:p>
          <a:p>
            <a:pPr marL="342900" indent="-342900">
              <a:buFont typeface="Wingdings" panose="05000000000000000000" pitchFamily="2" charset="2"/>
              <a:buChar char="q"/>
            </a:pPr>
            <a:r>
              <a:rPr lang="bg-BG" sz="2400" b="0" dirty="0" smtClean="0"/>
              <a:t>Обработване на грешки</a:t>
            </a:r>
          </a:p>
          <a:p>
            <a:endParaRPr lang="en-US" sz="2400" b="0" dirty="0"/>
          </a:p>
        </p:txBody>
      </p:sp>
    </p:spTree>
    <p:extLst>
      <p:ext uri="{BB962C8B-B14F-4D97-AF65-F5344CB8AC3E}">
        <p14:creationId xmlns:p14="http://schemas.microsoft.com/office/powerpoint/2010/main" val="2723207637"/>
      </p:ext>
    </p:extLst>
  </p:cSld>
  <p:clrMapOvr>
    <a:masterClrMapping/>
  </p:clrMapOvr>
  <p:transition spd="med"/>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err="1" smtClean="0"/>
              <a:t>ContentHandler</a:t>
            </a:r>
            <a:r>
              <a:rPr lang="en-US" sz="3200" dirty="0" smtClean="0"/>
              <a:t> </a:t>
            </a:r>
            <a:r>
              <a:rPr lang="bg-BG" sz="3200" dirty="0" smtClean="0"/>
              <a:t>интерфейсът</a:t>
            </a:r>
            <a:endParaRPr lang="en-US" sz="3200" dirty="0"/>
          </a:p>
        </p:txBody>
      </p:sp>
      <p:sp>
        <p:nvSpPr>
          <p:cNvPr id="3" name="Text Placeholder 2"/>
          <p:cNvSpPr>
            <a:spLocks noGrp="1"/>
          </p:cNvSpPr>
          <p:nvPr>
            <p:ph type="body" sz="quarter" idx="10"/>
          </p:nvPr>
        </p:nvSpPr>
        <p:spPr>
          <a:xfrm>
            <a:off x="324000" y="1296365"/>
            <a:ext cx="8494713" cy="4785348"/>
          </a:xfrm>
        </p:spPr>
        <p:txBody>
          <a:bodyPr/>
          <a:lstStyle/>
          <a:p>
            <a:endParaRPr lang="bg-BG" sz="2400" dirty="0" smtClean="0">
              <a:solidFill>
                <a:srgbClr val="000000"/>
              </a:solidFill>
              <a:latin typeface="Consolas"/>
            </a:endParaRPr>
          </a:p>
          <a:p>
            <a:pPr marL="342900" indent="-342900">
              <a:buFont typeface="Wingdings" panose="05000000000000000000" pitchFamily="2" charset="2"/>
              <a:buChar char="q"/>
            </a:pPr>
            <a:r>
              <a:rPr lang="en-US" sz="2400" dirty="0" err="1" smtClean="0">
                <a:solidFill>
                  <a:srgbClr val="000000"/>
                </a:solidFill>
                <a:latin typeface="Consolas"/>
              </a:rPr>
              <a:t>org.xml.sax.ContentHandler</a:t>
            </a:r>
            <a:endParaRPr lang="en-US" sz="2400" b="0" dirty="0" smtClean="0"/>
          </a:p>
          <a:p>
            <a:pPr marL="342900" indent="-342900">
              <a:buFont typeface="Wingdings" panose="05000000000000000000" pitchFamily="2" charset="2"/>
              <a:buChar char="q"/>
            </a:pPr>
            <a:r>
              <a:rPr lang="bg-BG" sz="2400" b="0" dirty="0" smtClean="0"/>
              <a:t>Дефинира всички </a:t>
            </a:r>
            <a:r>
              <a:rPr lang="en-US" sz="2400" b="0" dirty="0" smtClean="0"/>
              <a:t>callback </a:t>
            </a:r>
            <a:r>
              <a:rPr lang="bg-BG" sz="2400" b="0" dirty="0" smtClean="0"/>
              <a:t>методи (11 броя в </a:t>
            </a:r>
            <a:r>
              <a:rPr lang="en-US" sz="2400" b="0" dirty="0" smtClean="0"/>
              <a:t>Java 7</a:t>
            </a:r>
            <a:r>
              <a:rPr lang="bg-BG" sz="2400" b="0" dirty="0" smtClean="0"/>
              <a:t>)</a:t>
            </a:r>
            <a:endParaRPr lang="en-US" sz="2400" b="0" dirty="0" smtClean="0"/>
          </a:p>
          <a:p>
            <a:pPr marL="342900" indent="-342900">
              <a:buFont typeface="Wingdings" panose="05000000000000000000" pitchFamily="2" charset="2"/>
              <a:buChar char="q"/>
            </a:pPr>
            <a:r>
              <a:rPr lang="bg-BG" sz="2400" b="0" dirty="0" smtClean="0"/>
              <a:t>По-удобен е </a:t>
            </a:r>
            <a:r>
              <a:rPr lang="en-US" sz="2400" dirty="0" err="1" smtClean="0">
                <a:solidFill>
                  <a:srgbClr val="000000"/>
                </a:solidFill>
                <a:latin typeface="Consolas"/>
              </a:rPr>
              <a:t>org.xml.sax.helpers.DefaultHandler</a:t>
            </a:r>
            <a:endParaRPr lang="bg-BG" sz="2400" dirty="0" smtClean="0">
              <a:solidFill>
                <a:srgbClr val="000000"/>
              </a:solidFill>
              <a:latin typeface="Consolas"/>
            </a:endParaRPr>
          </a:p>
          <a:p>
            <a:pPr>
              <a:spcBef>
                <a:spcPts val="0"/>
              </a:spcBef>
            </a:pPr>
            <a:r>
              <a:rPr lang="bg-BG" sz="2400" dirty="0" smtClean="0">
                <a:solidFill>
                  <a:srgbClr val="7F0055"/>
                </a:solidFill>
                <a:latin typeface="Consolas"/>
              </a:rPr>
              <a:t/>
            </a:r>
            <a:br>
              <a:rPr lang="bg-BG" sz="2400" dirty="0" smtClean="0">
                <a:solidFill>
                  <a:srgbClr val="7F0055"/>
                </a:solidFill>
                <a:latin typeface="Consolas"/>
              </a:rPr>
            </a:br>
            <a:r>
              <a:rPr lang="en-US" sz="2400" dirty="0" smtClean="0">
                <a:solidFill>
                  <a:srgbClr val="7F0055"/>
                </a:solidFill>
                <a:latin typeface="Consolas"/>
              </a:rPr>
              <a:t>public</a:t>
            </a:r>
            <a:r>
              <a:rPr lang="en-US" sz="2400" dirty="0" smtClean="0">
                <a:solidFill>
                  <a:srgbClr val="000000"/>
                </a:solidFill>
                <a:latin typeface="Consolas"/>
              </a:rPr>
              <a:t> </a:t>
            </a:r>
            <a:r>
              <a:rPr lang="en-US" sz="2400" dirty="0">
                <a:solidFill>
                  <a:srgbClr val="7F0055"/>
                </a:solidFill>
                <a:latin typeface="Consolas"/>
              </a:rPr>
              <a:t>class</a:t>
            </a:r>
            <a:r>
              <a:rPr lang="en-US" sz="2400" dirty="0">
                <a:solidFill>
                  <a:srgbClr val="000000"/>
                </a:solidFill>
                <a:latin typeface="Consolas"/>
              </a:rPr>
              <a:t> </a:t>
            </a:r>
            <a:r>
              <a:rPr lang="en-US" sz="2400" dirty="0" err="1">
                <a:solidFill>
                  <a:srgbClr val="000000"/>
                </a:solidFill>
                <a:latin typeface="Consolas"/>
              </a:rPr>
              <a:t>StudentsHandler</a:t>
            </a:r>
            <a:r>
              <a:rPr lang="en-US" sz="2400" dirty="0">
                <a:solidFill>
                  <a:srgbClr val="000000"/>
                </a:solidFill>
                <a:latin typeface="Consolas"/>
              </a:rPr>
              <a:t> </a:t>
            </a:r>
            <a:r>
              <a:rPr lang="en-US" sz="2400" dirty="0">
                <a:solidFill>
                  <a:srgbClr val="7F0055"/>
                </a:solidFill>
                <a:latin typeface="Consolas"/>
              </a:rPr>
              <a:t>extends</a:t>
            </a:r>
            <a:r>
              <a:rPr lang="en-US" sz="2400" dirty="0">
                <a:solidFill>
                  <a:srgbClr val="000000"/>
                </a:solidFill>
                <a:latin typeface="Consolas"/>
              </a:rPr>
              <a:t> </a:t>
            </a:r>
            <a:r>
              <a:rPr lang="bg-BG" sz="2400" dirty="0" smtClean="0">
                <a:solidFill>
                  <a:srgbClr val="000000"/>
                </a:solidFill>
                <a:latin typeface="Consolas"/>
              </a:rPr>
              <a:t/>
            </a:r>
            <a:br>
              <a:rPr lang="bg-BG" sz="2400" dirty="0" smtClean="0">
                <a:solidFill>
                  <a:srgbClr val="000000"/>
                </a:solidFill>
                <a:latin typeface="Consolas"/>
              </a:rPr>
            </a:br>
            <a:r>
              <a:rPr lang="bg-BG" sz="2400" dirty="0" smtClean="0">
                <a:solidFill>
                  <a:srgbClr val="000000"/>
                </a:solidFill>
                <a:latin typeface="Consolas"/>
              </a:rPr>
              <a:t>					</a:t>
            </a:r>
            <a:r>
              <a:rPr lang="en-US" sz="2400" dirty="0" err="1" smtClean="0">
                <a:solidFill>
                  <a:srgbClr val="000000"/>
                </a:solidFill>
                <a:latin typeface="Consolas"/>
              </a:rPr>
              <a:t>DefaultHandler</a:t>
            </a:r>
            <a:r>
              <a:rPr lang="en-US" sz="2400" dirty="0" smtClean="0">
                <a:solidFill>
                  <a:srgbClr val="000000"/>
                </a:solidFill>
                <a:latin typeface="Consolas"/>
              </a:rPr>
              <a:t> </a:t>
            </a:r>
            <a:r>
              <a:rPr lang="en-US" sz="2400" dirty="0">
                <a:solidFill>
                  <a:srgbClr val="000000"/>
                </a:solidFill>
                <a:latin typeface="Consolas"/>
              </a:rPr>
              <a:t>{</a:t>
            </a:r>
          </a:p>
          <a:p>
            <a:pPr>
              <a:spcBef>
                <a:spcPts val="0"/>
              </a:spcBef>
            </a:pPr>
            <a:r>
              <a:rPr lang="bg-BG" sz="2400" dirty="0" smtClean="0">
                <a:solidFill>
                  <a:srgbClr val="000000"/>
                </a:solidFill>
                <a:latin typeface="Consolas"/>
              </a:rPr>
              <a:t>    </a:t>
            </a:r>
            <a:endParaRPr lang="bg-BG" sz="2400" dirty="0">
              <a:solidFill>
                <a:srgbClr val="000000"/>
              </a:solidFill>
              <a:latin typeface="Consolas"/>
            </a:endParaRPr>
          </a:p>
          <a:p>
            <a:pPr>
              <a:spcBef>
                <a:spcPts val="0"/>
              </a:spcBef>
            </a:pPr>
            <a:r>
              <a:rPr lang="bg-BG" sz="2400" dirty="0">
                <a:solidFill>
                  <a:srgbClr val="000000"/>
                </a:solidFill>
                <a:latin typeface="Consolas"/>
              </a:rPr>
              <a:t>}</a:t>
            </a:r>
            <a:endParaRPr lang="bg-BG" sz="2400" b="0" dirty="0" smtClean="0"/>
          </a:p>
          <a:p>
            <a:endParaRPr lang="en-US" sz="2400" b="0" dirty="0"/>
          </a:p>
        </p:txBody>
      </p:sp>
    </p:spTree>
    <p:extLst>
      <p:ext uri="{BB962C8B-B14F-4D97-AF65-F5344CB8AC3E}">
        <p14:creationId xmlns:p14="http://schemas.microsoft.com/office/powerpoint/2010/main" val="1521851341"/>
      </p:ext>
    </p:extLst>
  </p:cSld>
  <p:clrMapOvr>
    <a:masterClrMapping/>
  </p:clrMapOvr>
  <p:transition spd="med"/>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sz="3200" dirty="0" smtClean="0"/>
              <a:t>Събитие за начало и край на документ</a:t>
            </a:r>
            <a:endParaRPr lang="en-US" sz="3200" dirty="0"/>
          </a:p>
        </p:txBody>
      </p:sp>
      <p:sp>
        <p:nvSpPr>
          <p:cNvPr id="3" name="Text Placeholder 2"/>
          <p:cNvSpPr>
            <a:spLocks noGrp="1"/>
          </p:cNvSpPr>
          <p:nvPr>
            <p:ph type="body" sz="quarter" idx="10"/>
          </p:nvPr>
        </p:nvSpPr>
        <p:spPr>
          <a:xfrm>
            <a:off x="324000" y="1296365"/>
            <a:ext cx="8494713" cy="5112184"/>
          </a:xfrm>
        </p:spPr>
        <p:txBody>
          <a:bodyPr/>
          <a:lstStyle/>
          <a:p>
            <a:pPr marL="342900" indent="-342900">
              <a:buFont typeface="Wingdings" panose="05000000000000000000" pitchFamily="2" charset="2"/>
              <a:buChar char="q"/>
            </a:pPr>
            <a:r>
              <a:rPr lang="bg-BG" sz="2400" b="0" dirty="0" smtClean="0"/>
              <a:t>Подготовка и финализиране на </a:t>
            </a:r>
            <a:r>
              <a:rPr lang="en-US" sz="2400" b="0" dirty="0" smtClean="0"/>
              <a:t>parse</a:t>
            </a:r>
            <a:r>
              <a:rPr lang="bg-BG" sz="2400" b="0" dirty="0" smtClean="0"/>
              <a:t>-</a:t>
            </a:r>
            <a:r>
              <a:rPr lang="bg-BG" sz="2400" b="0" dirty="0" err="1" smtClean="0"/>
              <a:t>ването</a:t>
            </a:r>
            <a:endParaRPr lang="bg-BG" sz="2400" b="0" dirty="0" smtClean="0"/>
          </a:p>
          <a:p>
            <a:pPr>
              <a:spcBef>
                <a:spcPts val="1600"/>
              </a:spcBef>
            </a:pPr>
            <a:r>
              <a:rPr lang="bg-BG" sz="2000" dirty="0" smtClean="0">
                <a:solidFill>
                  <a:srgbClr val="000000"/>
                </a:solidFill>
                <a:latin typeface="Consolas"/>
              </a:rPr>
              <a:t>   </a:t>
            </a:r>
            <a:r>
              <a:rPr lang="en-US" sz="2000" dirty="0" smtClean="0">
                <a:solidFill>
                  <a:srgbClr val="000000"/>
                </a:solidFill>
                <a:latin typeface="Consolas"/>
              </a:rPr>
              <a:t> </a:t>
            </a:r>
            <a:r>
              <a:rPr lang="en-US" sz="2000" dirty="0">
                <a:solidFill>
                  <a:srgbClr val="7F0055"/>
                </a:solidFill>
                <a:latin typeface="Consolas"/>
              </a:rPr>
              <a:t>private</a:t>
            </a:r>
            <a:r>
              <a:rPr lang="en-US" sz="2000" dirty="0">
                <a:solidFill>
                  <a:srgbClr val="000000"/>
                </a:solidFill>
                <a:latin typeface="Consolas"/>
              </a:rPr>
              <a:t> List&lt;Student&gt; </a:t>
            </a:r>
            <a:r>
              <a:rPr lang="en-US" sz="2000" dirty="0" err="1">
                <a:solidFill>
                  <a:srgbClr val="0000C0"/>
                </a:solidFill>
                <a:latin typeface="Consolas"/>
              </a:rPr>
              <a:t>allStudents</a:t>
            </a:r>
            <a:r>
              <a:rPr lang="en-US" sz="2000" dirty="0">
                <a:solidFill>
                  <a:srgbClr val="000000"/>
                </a:solidFill>
                <a:latin typeface="Consolas"/>
              </a:rPr>
              <a:t>;</a:t>
            </a:r>
          </a:p>
          <a:p>
            <a:pPr>
              <a:spcBef>
                <a:spcPts val="0"/>
              </a:spcBef>
            </a:pPr>
            <a:endParaRPr lang="bg-BG" sz="2000" dirty="0">
              <a:latin typeface="Consolas"/>
            </a:endParaRPr>
          </a:p>
          <a:p>
            <a:pPr>
              <a:spcBef>
                <a:spcPts val="0"/>
              </a:spcBef>
            </a:pPr>
            <a:r>
              <a:rPr lang="en-US" sz="2000" dirty="0">
                <a:solidFill>
                  <a:srgbClr val="000000"/>
                </a:solidFill>
                <a:latin typeface="Consolas"/>
              </a:rPr>
              <a:t>    </a:t>
            </a:r>
            <a:r>
              <a:rPr lang="en-US" sz="2000" dirty="0">
                <a:solidFill>
                  <a:srgbClr val="646464"/>
                </a:solidFill>
                <a:latin typeface="Consolas"/>
              </a:rPr>
              <a:t>@Override</a:t>
            </a:r>
          </a:p>
          <a:p>
            <a:pPr>
              <a:spcBef>
                <a:spcPts val="0"/>
              </a:spcBef>
            </a:pPr>
            <a:r>
              <a:rPr lang="en-US" sz="2000" dirty="0">
                <a:solidFill>
                  <a:srgbClr val="000000"/>
                </a:solidFill>
                <a:latin typeface="Consolas"/>
              </a:rPr>
              <a:t>    </a:t>
            </a:r>
            <a:r>
              <a:rPr lang="en-US" sz="2000" dirty="0">
                <a:solidFill>
                  <a:srgbClr val="7F0055"/>
                </a:solidFill>
                <a:latin typeface="Consolas"/>
              </a:rPr>
              <a:t>public</a:t>
            </a:r>
            <a:r>
              <a:rPr lang="en-US" sz="2000" dirty="0">
                <a:solidFill>
                  <a:srgbClr val="000000"/>
                </a:solidFill>
                <a:latin typeface="Consolas"/>
              </a:rPr>
              <a:t> </a:t>
            </a:r>
            <a:r>
              <a:rPr lang="en-US" sz="2000" dirty="0">
                <a:solidFill>
                  <a:srgbClr val="7F0055"/>
                </a:solidFill>
                <a:latin typeface="Consolas"/>
              </a:rPr>
              <a:t>void</a:t>
            </a:r>
            <a:r>
              <a:rPr lang="en-US" sz="2000" dirty="0">
                <a:solidFill>
                  <a:srgbClr val="000000"/>
                </a:solidFill>
                <a:latin typeface="Consolas"/>
              </a:rPr>
              <a:t> </a:t>
            </a:r>
            <a:r>
              <a:rPr lang="en-US" sz="2000" dirty="0" err="1">
                <a:solidFill>
                  <a:srgbClr val="000000"/>
                </a:solidFill>
                <a:latin typeface="Consolas"/>
              </a:rPr>
              <a:t>startDocument</a:t>
            </a:r>
            <a:r>
              <a:rPr lang="en-US" sz="2000" dirty="0">
                <a:solidFill>
                  <a:srgbClr val="000000"/>
                </a:solidFill>
                <a:latin typeface="Consolas"/>
              </a:rPr>
              <a:t>() </a:t>
            </a:r>
            <a:r>
              <a:rPr lang="en-US" sz="2000" dirty="0">
                <a:solidFill>
                  <a:srgbClr val="7F0055"/>
                </a:solidFill>
                <a:latin typeface="Consolas"/>
              </a:rPr>
              <a:t>throws</a:t>
            </a:r>
            <a:r>
              <a:rPr lang="en-US" sz="2000" dirty="0">
                <a:solidFill>
                  <a:srgbClr val="000000"/>
                </a:solidFill>
                <a:latin typeface="Consolas"/>
              </a:rPr>
              <a:t> </a:t>
            </a:r>
            <a:r>
              <a:rPr lang="en-US" sz="2000" dirty="0" err="1">
                <a:solidFill>
                  <a:srgbClr val="000000"/>
                </a:solidFill>
                <a:latin typeface="Consolas"/>
              </a:rPr>
              <a:t>SAXException</a:t>
            </a:r>
            <a:r>
              <a:rPr lang="en-US" sz="2000" dirty="0">
                <a:solidFill>
                  <a:srgbClr val="000000"/>
                </a:solidFill>
                <a:latin typeface="Consolas"/>
              </a:rPr>
              <a:t> {</a:t>
            </a:r>
          </a:p>
          <a:p>
            <a:pPr>
              <a:spcBef>
                <a:spcPts val="0"/>
              </a:spcBef>
            </a:pPr>
            <a:r>
              <a:rPr lang="en-US" sz="2000" dirty="0">
                <a:solidFill>
                  <a:srgbClr val="000000"/>
                </a:solidFill>
                <a:latin typeface="Consolas"/>
              </a:rPr>
              <a:t>        </a:t>
            </a:r>
            <a:r>
              <a:rPr lang="en-US" sz="2000" dirty="0" err="1">
                <a:solidFill>
                  <a:srgbClr val="0000C0"/>
                </a:solidFill>
                <a:latin typeface="Consolas"/>
              </a:rPr>
              <a:t>allStudents</a:t>
            </a:r>
            <a:r>
              <a:rPr lang="en-US" sz="2000" dirty="0">
                <a:solidFill>
                  <a:srgbClr val="000000"/>
                </a:solidFill>
                <a:latin typeface="Consolas"/>
              </a:rPr>
              <a:t> = </a:t>
            </a:r>
            <a:r>
              <a:rPr lang="en-US" sz="2000" dirty="0">
                <a:solidFill>
                  <a:srgbClr val="7F0055"/>
                </a:solidFill>
                <a:latin typeface="Consolas"/>
              </a:rPr>
              <a:t>new</a:t>
            </a:r>
            <a:r>
              <a:rPr lang="en-US" sz="2000" dirty="0">
                <a:solidFill>
                  <a:srgbClr val="000000"/>
                </a:solidFill>
                <a:latin typeface="Consolas"/>
              </a:rPr>
              <a:t> </a:t>
            </a:r>
            <a:r>
              <a:rPr lang="en-US" sz="2000" dirty="0" err="1">
                <a:solidFill>
                  <a:srgbClr val="000000"/>
                </a:solidFill>
                <a:latin typeface="Consolas"/>
              </a:rPr>
              <a:t>ArrayList</a:t>
            </a:r>
            <a:r>
              <a:rPr lang="en-US" sz="2000" dirty="0">
                <a:solidFill>
                  <a:srgbClr val="000000"/>
                </a:solidFill>
                <a:latin typeface="Consolas"/>
              </a:rPr>
              <a:t>&lt;&gt;();</a:t>
            </a:r>
          </a:p>
          <a:p>
            <a:pPr>
              <a:spcBef>
                <a:spcPts val="0"/>
              </a:spcBef>
            </a:pPr>
            <a:r>
              <a:rPr lang="bg-BG" sz="2000" dirty="0">
                <a:solidFill>
                  <a:srgbClr val="000000"/>
                </a:solidFill>
                <a:latin typeface="Consolas"/>
              </a:rPr>
              <a:t>    }</a:t>
            </a:r>
          </a:p>
          <a:p>
            <a:pPr>
              <a:spcBef>
                <a:spcPts val="0"/>
              </a:spcBef>
            </a:pPr>
            <a:endParaRPr lang="bg-BG" sz="2000" dirty="0">
              <a:latin typeface="Consolas"/>
            </a:endParaRPr>
          </a:p>
          <a:p>
            <a:pPr>
              <a:spcBef>
                <a:spcPts val="0"/>
              </a:spcBef>
            </a:pPr>
            <a:r>
              <a:rPr lang="en-US" sz="2000" dirty="0">
                <a:solidFill>
                  <a:srgbClr val="000000"/>
                </a:solidFill>
                <a:latin typeface="Consolas"/>
              </a:rPr>
              <a:t>    </a:t>
            </a:r>
            <a:r>
              <a:rPr lang="en-US" sz="2000" dirty="0">
                <a:solidFill>
                  <a:srgbClr val="646464"/>
                </a:solidFill>
                <a:latin typeface="Consolas"/>
              </a:rPr>
              <a:t>@Override</a:t>
            </a:r>
          </a:p>
          <a:p>
            <a:pPr>
              <a:spcBef>
                <a:spcPts val="0"/>
              </a:spcBef>
            </a:pPr>
            <a:r>
              <a:rPr lang="en-US" sz="2000" dirty="0">
                <a:solidFill>
                  <a:srgbClr val="000000"/>
                </a:solidFill>
                <a:latin typeface="Consolas"/>
              </a:rPr>
              <a:t>    </a:t>
            </a:r>
            <a:r>
              <a:rPr lang="en-US" sz="2000" dirty="0">
                <a:solidFill>
                  <a:srgbClr val="7F0055"/>
                </a:solidFill>
                <a:latin typeface="Consolas"/>
              </a:rPr>
              <a:t>public</a:t>
            </a:r>
            <a:r>
              <a:rPr lang="en-US" sz="2000" dirty="0">
                <a:solidFill>
                  <a:srgbClr val="000000"/>
                </a:solidFill>
                <a:latin typeface="Consolas"/>
              </a:rPr>
              <a:t> </a:t>
            </a:r>
            <a:r>
              <a:rPr lang="en-US" sz="2000" dirty="0">
                <a:solidFill>
                  <a:srgbClr val="7F0055"/>
                </a:solidFill>
                <a:latin typeface="Consolas"/>
              </a:rPr>
              <a:t>void</a:t>
            </a:r>
            <a:r>
              <a:rPr lang="en-US" sz="2000" dirty="0">
                <a:solidFill>
                  <a:srgbClr val="000000"/>
                </a:solidFill>
                <a:latin typeface="Consolas"/>
              </a:rPr>
              <a:t> </a:t>
            </a:r>
            <a:r>
              <a:rPr lang="en-US" sz="2000" dirty="0" err="1">
                <a:solidFill>
                  <a:srgbClr val="000000"/>
                </a:solidFill>
                <a:latin typeface="Consolas"/>
              </a:rPr>
              <a:t>endDocument</a:t>
            </a:r>
            <a:r>
              <a:rPr lang="en-US" sz="2000" dirty="0">
                <a:solidFill>
                  <a:srgbClr val="000000"/>
                </a:solidFill>
                <a:latin typeface="Consolas"/>
              </a:rPr>
              <a:t>() </a:t>
            </a:r>
            <a:r>
              <a:rPr lang="en-US" sz="2000" dirty="0">
                <a:solidFill>
                  <a:srgbClr val="7F0055"/>
                </a:solidFill>
                <a:latin typeface="Consolas"/>
              </a:rPr>
              <a:t>throws</a:t>
            </a:r>
            <a:r>
              <a:rPr lang="en-US" sz="2000" dirty="0">
                <a:solidFill>
                  <a:srgbClr val="000000"/>
                </a:solidFill>
                <a:latin typeface="Consolas"/>
              </a:rPr>
              <a:t> </a:t>
            </a:r>
            <a:r>
              <a:rPr lang="en-US" sz="2000" dirty="0" err="1">
                <a:solidFill>
                  <a:srgbClr val="000000"/>
                </a:solidFill>
                <a:latin typeface="Consolas"/>
              </a:rPr>
              <a:t>SAXException</a:t>
            </a:r>
            <a:r>
              <a:rPr lang="en-US" sz="2000" dirty="0">
                <a:solidFill>
                  <a:srgbClr val="000000"/>
                </a:solidFill>
                <a:latin typeface="Consolas"/>
              </a:rPr>
              <a:t> {</a:t>
            </a:r>
          </a:p>
          <a:p>
            <a:pPr>
              <a:spcBef>
                <a:spcPts val="0"/>
              </a:spcBef>
            </a:pPr>
            <a:r>
              <a:rPr lang="en-US" sz="2000" dirty="0">
                <a:solidFill>
                  <a:srgbClr val="000000"/>
                </a:solidFill>
                <a:latin typeface="Consolas"/>
              </a:rPr>
              <a:t>        </a:t>
            </a:r>
            <a:r>
              <a:rPr lang="en-US" sz="2000" dirty="0" err="1">
                <a:solidFill>
                  <a:srgbClr val="000000"/>
                </a:solidFill>
                <a:latin typeface="Consolas"/>
              </a:rPr>
              <a:t>System.</a:t>
            </a:r>
            <a:r>
              <a:rPr lang="en-US" sz="2000" i="1" dirty="0" err="1">
                <a:solidFill>
                  <a:srgbClr val="0000C0"/>
                </a:solidFill>
                <a:latin typeface="Consolas"/>
              </a:rPr>
              <a:t>out</a:t>
            </a:r>
            <a:r>
              <a:rPr lang="en-US" sz="2000" i="1" dirty="0" err="1">
                <a:solidFill>
                  <a:srgbClr val="000000"/>
                </a:solidFill>
                <a:latin typeface="Consolas"/>
              </a:rPr>
              <a:t>.println</a:t>
            </a:r>
            <a:r>
              <a:rPr lang="en-US" sz="2000" i="1" dirty="0">
                <a:solidFill>
                  <a:srgbClr val="000000"/>
                </a:solidFill>
                <a:latin typeface="Consolas"/>
              </a:rPr>
              <a:t>(</a:t>
            </a:r>
            <a:r>
              <a:rPr lang="en-US" sz="2000" i="1" dirty="0" err="1">
                <a:solidFill>
                  <a:srgbClr val="0000C0"/>
                </a:solidFill>
                <a:latin typeface="Consolas"/>
              </a:rPr>
              <a:t>allStudents</a:t>
            </a:r>
            <a:r>
              <a:rPr lang="en-US" sz="2000" i="1" dirty="0" err="1">
                <a:solidFill>
                  <a:srgbClr val="000000"/>
                </a:solidFill>
                <a:latin typeface="Consolas"/>
              </a:rPr>
              <a:t>.size</a:t>
            </a:r>
            <a:r>
              <a:rPr lang="en-US" sz="2000" i="1" dirty="0">
                <a:solidFill>
                  <a:srgbClr val="000000"/>
                </a:solidFill>
                <a:latin typeface="Consolas"/>
              </a:rPr>
              <a:t>() + </a:t>
            </a:r>
            <a:r>
              <a:rPr lang="bg-BG" sz="2000" i="1" dirty="0" smtClean="0">
                <a:solidFill>
                  <a:srgbClr val="000000"/>
                </a:solidFill>
                <a:latin typeface="Consolas"/>
              </a:rPr>
              <a:t/>
            </a:r>
            <a:br>
              <a:rPr lang="bg-BG" sz="2000" i="1" dirty="0" smtClean="0">
                <a:solidFill>
                  <a:srgbClr val="000000"/>
                </a:solidFill>
                <a:latin typeface="Consolas"/>
              </a:rPr>
            </a:br>
            <a:r>
              <a:rPr lang="bg-BG" sz="2000" i="1" dirty="0" smtClean="0">
                <a:solidFill>
                  <a:srgbClr val="000000"/>
                </a:solidFill>
                <a:latin typeface="Consolas"/>
              </a:rPr>
              <a:t>            </a:t>
            </a:r>
            <a:r>
              <a:rPr lang="en-US" sz="2000" i="1" dirty="0" smtClean="0">
                <a:solidFill>
                  <a:srgbClr val="2A00FF"/>
                </a:solidFill>
                <a:latin typeface="Consolas"/>
              </a:rPr>
              <a:t>" </a:t>
            </a:r>
            <a:r>
              <a:rPr lang="en-US" sz="2000" i="1" dirty="0">
                <a:solidFill>
                  <a:srgbClr val="2A00FF"/>
                </a:solidFill>
                <a:latin typeface="Consolas"/>
              </a:rPr>
              <a:t>students found"</a:t>
            </a:r>
            <a:r>
              <a:rPr lang="en-US" sz="2000" i="1" dirty="0">
                <a:solidFill>
                  <a:srgbClr val="000000"/>
                </a:solidFill>
                <a:latin typeface="Consolas"/>
              </a:rPr>
              <a:t>);</a:t>
            </a:r>
          </a:p>
          <a:p>
            <a:pPr>
              <a:spcBef>
                <a:spcPts val="0"/>
              </a:spcBef>
            </a:pPr>
            <a:r>
              <a:rPr lang="bg-BG" sz="2000" dirty="0">
                <a:solidFill>
                  <a:srgbClr val="000000"/>
                </a:solidFill>
                <a:latin typeface="Consolas"/>
              </a:rPr>
              <a:t>    }</a:t>
            </a:r>
            <a:endParaRPr lang="en-US" sz="2800" b="0" dirty="0"/>
          </a:p>
        </p:txBody>
      </p:sp>
    </p:spTree>
    <p:extLst>
      <p:ext uri="{BB962C8B-B14F-4D97-AF65-F5344CB8AC3E}">
        <p14:creationId xmlns:p14="http://schemas.microsoft.com/office/powerpoint/2010/main" val="4238086061"/>
      </p:ext>
    </p:extLst>
  </p:cSld>
  <p:clrMapOvr>
    <a:masterClrMapping/>
  </p:clrMapOvr>
  <p:transition spd="med"/>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sz="3200" dirty="0" smtClean="0"/>
              <a:t>Събитие за начало на елемент</a:t>
            </a:r>
            <a:endParaRPr lang="en-US" sz="3200" dirty="0"/>
          </a:p>
        </p:txBody>
      </p:sp>
      <p:sp>
        <p:nvSpPr>
          <p:cNvPr id="3" name="Text Placeholder 2"/>
          <p:cNvSpPr>
            <a:spLocks noGrp="1"/>
          </p:cNvSpPr>
          <p:nvPr>
            <p:ph type="body" sz="quarter" idx="10"/>
          </p:nvPr>
        </p:nvSpPr>
        <p:spPr>
          <a:xfrm>
            <a:off x="324000" y="1296365"/>
            <a:ext cx="8494713" cy="5112184"/>
          </a:xfrm>
        </p:spPr>
        <p:txBody>
          <a:bodyPr/>
          <a:lstStyle/>
          <a:p>
            <a:pPr marL="342900" indent="-342900">
              <a:buFont typeface="Wingdings" panose="05000000000000000000" pitchFamily="2" charset="2"/>
              <a:buChar char="q"/>
            </a:pPr>
            <a:r>
              <a:rPr lang="bg-BG" sz="2400" b="0" dirty="0" smtClean="0"/>
              <a:t>Инициализиране на временни променливи</a:t>
            </a:r>
          </a:p>
          <a:p>
            <a:pPr marL="342900" indent="-342900">
              <a:buFont typeface="Wingdings" panose="05000000000000000000" pitchFamily="2" charset="2"/>
              <a:buChar char="q"/>
            </a:pPr>
            <a:r>
              <a:rPr lang="bg-BG" sz="2400" b="0" dirty="0" smtClean="0"/>
              <a:t>Обработка на атрибути</a:t>
            </a:r>
          </a:p>
          <a:p>
            <a:endParaRPr lang="bg-BG" dirty="0" smtClean="0">
              <a:solidFill>
                <a:srgbClr val="000000"/>
              </a:solidFill>
              <a:latin typeface="Consolas"/>
            </a:endParaRPr>
          </a:p>
          <a:p>
            <a:pPr>
              <a:spcBef>
                <a:spcPts val="0"/>
              </a:spcBef>
            </a:pPr>
            <a:r>
              <a:rPr lang="en-US" dirty="0" smtClean="0">
                <a:solidFill>
                  <a:srgbClr val="000000"/>
                </a:solidFill>
                <a:latin typeface="Consolas"/>
              </a:rPr>
              <a:t>    </a:t>
            </a:r>
            <a:r>
              <a:rPr lang="en-US" dirty="0">
                <a:solidFill>
                  <a:srgbClr val="7F0055"/>
                </a:solidFill>
                <a:latin typeface="Consolas"/>
              </a:rPr>
              <a:t>private</a:t>
            </a:r>
            <a:r>
              <a:rPr lang="en-US" dirty="0">
                <a:solidFill>
                  <a:srgbClr val="000000"/>
                </a:solidFill>
                <a:latin typeface="Consolas"/>
              </a:rPr>
              <a:t> Student </a:t>
            </a:r>
            <a:r>
              <a:rPr lang="en-US" dirty="0" err="1">
                <a:solidFill>
                  <a:srgbClr val="0000C0"/>
                </a:solidFill>
                <a:latin typeface="Consolas"/>
              </a:rPr>
              <a:t>currentStudent</a:t>
            </a:r>
            <a:r>
              <a:rPr lang="en-US" dirty="0">
                <a:solidFill>
                  <a:srgbClr val="000000"/>
                </a:solidFill>
                <a:latin typeface="Consolas"/>
              </a:rPr>
              <a:t>;</a:t>
            </a:r>
          </a:p>
          <a:p>
            <a:pPr>
              <a:spcBef>
                <a:spcPts val="0"/>
              </a:spcBef>
            </a:pPr>
            <a:endParaRPr lang="bg-BG" dirty="0">
              <a:latin typeface="Consolas"/>
            </a:endParaRPr>
          </a:p>
          <a:p>
            <a:pPr>
              <a:spcBef>
                <a:spcPts val="0"/>
              </a:spcBef>
            </a:pPr>
            <a:r>
              <a:rPr lang="en-US" dirty="0">
                <a:solidFill>
                  <a:srgbClr val="000000"/>
                </a:solidFill>
                <a:latin typeface="Consolas"/>
              </a:rPr>
              <a:t>    </a:t>
            </a:r>
            <a:r>
              <a:rPr lang="en-US" dirty="0">
                <a:solidFill>
                  <a:srgbClr val="646464"/>
                </a:solidFill>
                <a:latin typeface="Consolas"/>
              </a:rPr>
              <a:t>@Override</a:t>
            </a:r>
          </a:p>
          <a:p>
            <a:pPr>
              <a:spcBef>
                <a:spcPts val="0"/>
              </a:spcBef>
            </a:pPr>
            <a:r>
              <a:rPr lang="en-US" dirty="0">
                <a:solidFill>
                  <a:srgbClr val="000000"/>
                </a:solidFill>
                <a:latin typeface="Consolas"/>
              </a:rPr>
              <a:t>    </a:t>
            </a:r>
            <a:r>
              <a:rPr lang="en-US" dirty="0">
                <a:solidFill>
                  <a:srgbClr val="7F0055"/>
                </a:solidFill>
                <a:latin typeface="Consolas"/>
              </a:rPr>
              <a:t>public</a:t>
            </a:r>
            <a:r>
              <a:rPr lang="en-US" dirty="0">
                <a:solidFill>
                  <a:srgbClr val="000000"/>
                </a:solidFill>
                <a:latin typeface="Consolas"/>
              </a:rPr>
              <a:t> </a:t>
            </a:r>
            <a:r>
              <a:rPr lang="en-US" dirty="0">
                <a:solidFill>
                  <a:srgbClr val="7F0055"/>
                </a:solidFill>
                <a:latin typeface="Consolas"/>
              </a:rPr>
              <a:t>void</a:t>
            </a:r>
            <a:r>
              <a:rPr lang="en-US" dirty="0">
                <a:solidFill>
                  <a:srgbClr val="000000"/>
                </a:solidFill>
                <a:latin typeface="Consolas"/>
              </a:rPr>
              <a:t> </a:t>
            </a:r>
            <a:r>
              <a:rPr lang="en-US" dirty="0" err="1">
                <a:solidFill>
                  <a:srgbClr val="000000"/>
                </a:solidFill>
                <a:latin typeface="Consolas"/>
              </a:rPr>
              <a:t>startElement</a:t>
            </a:r>
            <a:r>
              <a:rPr lang="en-US" dirty="0">
                <a:solidFill>
                  <a:srgbClr val="000000"/>
                </a:solidFill>
                <a:latin typeface="Consolas"/>
              </a:rPr>
              <a:t>(String </a:t>
            </a:r>
            <a:r>
              <a:rPr lang="en-US" dirty="0" err="1">
                <a:solidFill>
                  <a:srgbClr val="6A3E3E"/>
                </a:solidFill>
                <a:latin typeface="Consolas"/>
              </a:rPr>
              <a:t>uri</a:t>
            </a:r>
            <a:r>
              <a:rPr lang="en-US" dirty="0">
                <a:solidFill>
                  <a:srgbClr val="000000"/>
                </a:solidFill>
                <a:latin typeface="Consolas"/>
              </a:rPr>
              <a:t>, </a:t>
            </a:r>
          </a:p>
          <a:p>
            <a:pPr>
              <a:spcBef>
                <a:spcPts val="0"/>
              </a:spcBef>
            </a:pPr>
            <a:r>
              <a:rPr lang="en-US" dirty="0">
                <a:solidFill>
                  <a:srgbClr val="000000"/>
                </a:solidFill>
                <a:latin typeface="Consolas"/>
              </a:rPr>
              <a:t>                             String </a:t>
            </a:r>
            <a:r>
              <a:rPr lang="en-US" dirty="0" err="1">
                <a:solidFill>
                  <a:srgbClr val="6A3E3E"/>
                </a:solidFill>
                <a:latin typeface="Consolas"/>
              </a:rPr>
              <a:t>localName</a:t>
            </a:r>
            <a:r>
              <a:rPr lang="en-US" dirty="0">
                <a:solidFill>
                  <a:srgbClr val="000000"/>
                </a:solidFill>
                <a:latin typeface="Consolas"/>
              </a:rPr>
              <a:t>, </a:t>
            </a:r>
          </a:p>
          <a:p>
            <a:pPr>
              <a:spcBef>
                <a:spcPts val="0"/>
              </a:spcBef>
            </a:pPr>
            <a:r>
              <a:rPr lang="en-US" dirty="0">
                <a:solidFill>
                  <a:srgbClr val="000000"/>
                </a:solidFill>
                <a:latin typeface="Consolas"/>
              </a:rPr>
              <a:t>                             String </a:t>
            </a:r>
            <a:r>
              <a:rPr lang="en-US" dirty="0" err="1">
                <a:solidFill>
                  <a:srgbClr val="6A3E3E"/>
                </a:solidFill>
                <a:latin typeface="Consolas"/>
              </a:rPr>
              <a:t>qName</a:t>
            </a:r>
            <a:r>
              <a:rPr lang="en-US" dirty="0">
                <a:solidFill>
                  <a:srgbClr val="000000"/>
                </a:solidFill>
                <a:latin typeface="Consolas"/>
              </a:rPr>
              <a:t>, </a:t>
            </a:r>
          </a:p>
          <a:p>
            <a:pPr>
              <a:spcBef>
                <a:spcPts val="0"/>
              </a:spcBef>
            </a:pPr>
            <a:r>
              <a:rPr lang="en-US" dirty="0">
                <a:solidFill>
                  <a:srgbClr val="000000"/>
                </a:solidFill>
                <a:latin typeface="Consolas"/>
              </a:rPr>
              <a:t>                             Attributes </a:t>
            </a:r>
            <a:r>
              <a:rPr lang="en-US" dirty="0">
                <a:solidFill>
                  <a:srgbClr val="6A3E3E"/>
                </a:solidFill>
                <a:latin typeface="Consolas"/>
              </a:rPr>
              <a:t>attributes</a:t>
            </a:r>
            <a:r>
              <a:rPr lang="en-US" dirty="0">
                <a:solidFill>
                  <a:srgbClr val="000000"/>
                </a:solidFill>
                <a:latin typeface="Consolas"/>
              </a:rPr>
              <a:t>)</a:t>
            </a:r>
          </a:p>
          <a:p>
            <a:pPr>
              <a:spcBef>
                <a:spcPts val="0"/>
              </a:spcBef>
            </a:pPr>
            <a:r>
              <a:rPr lang="en-US" dirty="0">
                <a:solidFill>
                  <a:srgbClr val="000000"/>
                </a:solidFill>
                <a:latin typeface="Consolas"/>
              </a:rPr>
              <a:t>            </a:t>
            </a:r>
            <a:r>
              <a:rPr lang="en-US" dirty="0">
                <a:solidFill>
                  <a:srgbClr val="7F0055"/>
                </a:solidFill>
                <a:latin typeface="Consolas"/>
              </a:rPr>
              <a:t>throws</a:t>
            </a:r>
            <a:r>
              <a:rPr lang="en-US" dirty="0">
                <a:solidFill>
                  <a:srgbClr val="000000"/>
                </a:solidFill>
                <a:latin typeface="Consolas"/>
              </a:rPr>
              <a:t> </a:t>
            </a:r>
            <a:r>
              <a:rPr lang="en-US" dirty="0" err="1">
                <a:solidFill>
                  <a:srgbClr val="000000"/>
                </a:solidFill>
                <a:latin typeface="Consolas"/>
              </a:rPr>
              <a:t>SAXException</a:t>
            </a:r>
            <a:r>
              <a:rPr lang="en-US" dirty="0">
                <a:solidFill>
                  <a:srgbClr val="000000"/>
                </a:solidFill>
                <a:latin typeface="Consolas"/>
              </a:rPr>
              <a:t> {</a:t>
            </a:r>
          </a:p>
          <a:p>
            <a:pPr>
              <a:spcBef>
                <a:spcPts val="0"/>
              </a:spcBef>
            </a:pPr>
            <a:r>
              <a:rPr lang="en-US" dirty="0">
                <a:solidFill>
                  <a:srgbClr val="000000"/>
                </a:solidFill>
                <a:latin typeface="Consolas"/>
              </a:rPr>
              <a:t>        </a:t>
            </a:r>
            <a:r>
              <a:rPr lang="en-US" dirty="0">
                <a:solidFill>
                  <a:srgbClr val="7F0055"/>
                </a:solidFill>
                <a:latin typeface="Consolas"/>
              </a:rPr>
              <a:t>if</a:t>
            </a:r>
            <a:r>
              <a:rPr lang="en-US" dirty="0">
                <a:solidFill>
                  <a:srgbClr val="000000"/>
                </a:solidFill>
                <a:latin typeface="Consolas"/>
              </a:rPr>
              <a:t> (</a:t>
            </a:r>
            <a:r>
              <a:rPr lang="en-US" dirty="0" err="1">
                <a:solidFill>
                  <a:srgbClr val="6A3E3E"/>
                </a:solidFill>
                <a:latin typeface="Consolas"/>
              </a:rPr>
              <a:t>qName</a:t>
            </a:r>
            <a:r>
              <a:rPr lang="en-US" dirty="0" err="1">
                <a:solidFill>
                  <a:srgbClr val="000000"/>
                </a:solidFill>
                <a:latin typeface="Consolas"/>
              </a:rPr>
              <a:t>.equals</a:t>
            </a:r>
            <a:r>
              <a:rPr lang="en-US" dirty="0">
                <a:solidFill>
                  <a:srgbClr val="000000"/>
                </a:solidFill>
                <a:latin typeface="Consolas"/>
              </a:rPr>
              <a:t>(</a:t>
            </a:r>
            <a:r>
              <a:rPr lang="en-US" dirty="0">
                <a:solidFill>
                  <a:srgbClr val="2A00FF"/>
                </a:solidFill>
                <a:latin typeface="Consolas"/>
              </a:rPr>
              <a:t>"student"</a:t>
            </a:r>
            <a:r>
              <a:rPr lang="en-US" dirty="0">
                <a:solidFill>
                  <a:srgbClr val="000000"/>
                </a:solidFill>
                <a:latin typeface="Consolas"/>
              </a:rPr>
              <a:t>)) {</a:t>
            </a:r>
          </a:p>
          <a:p>
            <a:pPr>
              <a:spcBef>
                <a:spcPts val="0"/>
              </a:spcBef>
            </a:pPr>
            <a:r>
              <a:rPr lang="en-US" dirty="0">
                <a:solidFill>
                  <a:srgbClr val="000000"/>
                </a:solidFill>
                <a:latin typeface="Consolas"/>
              </a:rPr>
              <a:t>            </a:t>
            </a:r>
            <a:r>
              <a:rPr lang="en-US" dirty="0" err="1">
                <a:solidFill>
                  <a:srgbClr val="0000C0"/>
                </a:solidFill>
                <a:latin typeface="Consolas"/>
              </a:rPr>
              <a:t>currentStudent</a:t>
            </a:r>
            <a:r>
              <a:rPr lang="en-US" dirty="0">
                <a:solidFill>
                  <a:srgbClr val="000000"/>
                </a:solidFill>
                <a:latin typeface="Consolas"/>
              </a:rPr>
              <a:t> = </a:t>
            </a:r>
            <a:r>
              <a:rPr lang="en-US" dirty="0">
                <a:solidFill>
                  <a:srgbClr val="7F0055"/>
                </a:solidFill>
                <a:latin typeface="Consolas"/>
              </a:rPr>
              <a:t>new</a:t>
            </a:r>
            <a:r>
              <a:rPr lang="en-US" dirty="0">
                <a:solidFill>
                  <a:srgbClr val="000000"/>
                </a:solidFill>
                <a:latin typeface="Consolas"/>
              </a:rPr>
              <a:t> Student();</a:t>
            </a:r>
          </a:p>
          <a:p>
            <a:pPr>
              <a:spcBef>
                <a:spcPts val="0"/>
              </a:spcBef>
            </a:pPr>
            <a:r>
              <a:rPr lang="en-US" dirty="0">
                <a:solidFill>
                  <a:srgbClr val="000000"/>
                </a:solidFill>
                <a:latin typeface="Consolas"/>
              </a:rPr>
              <a:t>            </a:t>
            </a:r>
            <a:r>
              <a:rPr lang="en-US" dirty="0" err="1">
                <a:solidFill>
                  <a:srgbClr val="0000C0"/>
                </a:solidFill>
                <a:latin typeface="Consolas"/>
              </a:rPr>
              <a:t>currentStudent</a:t>
            </a:r>
            <a:r>
              <a:rPr lang="en-US" dirty="0" err="1">
                <a:solidFill>
                  <a:srgbClr val="000000"/>
                </a:solidFill>
                <a:latin typeface="Consolas"/>
              </a:rPr>
              <a:t>.setId</a:t>
            </a:r>
            <a:r>
              <a:rPr lang="en-US" dirty="0">
                <a:solidFill>
                  <a:srgbClr val="000000"/>
                </a:solidFill>
                <a:latin typeface="Consolas"/>
              </a:rPr>
              <a:t>(</a:t>
            </a:r>
            <a:r>
              <a:rPr lang="en-US" dirty="0" err="1">
                <a:solidFill>
                  <a:srgbClr val="6A3E3E"/>
                </a:solidFill>
                <a:latin typeface="Consolas"/>
              </a:rPr>
              <a:t>attributes</a:t>
            </a:r>
            <a:r>
              <a:rPr lang="en-US" dirty="0" err="1">
                <a:solidFill>
                  <a:srgbClr val="000000"/>
                </a:solidFill>
                <a:latin typeface="Consolas"/>
              </a:rPr>
              <a:t>.getValue</a:t>
            </a:r>
            <a:r>
              <a:rPr lang="en-US" dirty="0">
                <a:solidFill>
                  <a:srgbClr val="000000"/>
                </a:solidFill>
                <a:latin typeface="Consolas"/>
              </a:rPr>
              <a:t>(</a:t>
            </a:r>
            <a:r>
              <a:rPr lang="en-US" dirty="0">
                <a:solidFill>
                  <a:srgbClr val="2A00FF"/>
                </a:solidFill>
                <a:latin typeface="Consolas"/>
              </a:rPr>
              <a:t>"id"</a:t>
            </a:r>
            <a:r>
              <a:rPr lang="en-US" dirty="0">
                <a:solidFill>
                  <a:srgbClr val="000000"/>
                </a:solidFill>
                <a:latin typeface="Consolas"/>
              </a:rPr>
              <a:t>));</a:t>
            </a:r>
          </a:p>
          <a:p>
            <a:pPr>
              <a:spcBef>
                <a:spcPts val="0"/>
              </a:spcBef>
            </a:pPr>
            <a:r>
              <a:rPr lang="bg-BG" dirty="0">
                <a:solidFill>
                  <a:srgbClr val="000000"/>
                </a:solidFill>
                <a:latin typeface="Consolas"/>
              </a:rPr>
              <a:t>        }</a:t>
            </a:r>
          </a:p>
          <a:p>
            <a:pPr>
              <a:spcBef>
                <a:spcPts val="0"/>
              </a:spcBef>
            </a:pPr>
            <a:r>
              <a:rPr lang="bg-BG" dirty="0">
                <a:solidFill>
                  <a:srgbClr val="000000"/>
                </a:solidFill>
                <a:latin typeface="Consolas"/>
              </a:rPr>
              <a:t>    }</a:t>
            </a:r>
            <a:endParaRPr lang="en-US" sz="2400" b="0" dirty="0"/>
          </a:p>
        </p:txBody>
      </p:sp>
    </p:spTree>
    <p:extLst>
      <p:ext uri="{BB962C8B-B14F-4D97-AF65-F5344CB8AC3E}">
        <p14:creationId xmlns:p14="http://schemas.microsoft.com/office/powerpoint/2010/main" val="3773303366"/>
      </p:ext>
    </p:extLst>
  </p:cSld>
  <p:clrMapOvr>
    <a:masterClrMapping/>
  </p:clrMapOvr>
  <p:transition spd="med"/>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sz="3200" dirty="0" smtClean="0"/>
              <a:t>Събитие за съдържание на елемент</a:t>
            </a:r>
            <a:endParaRPr lang="en-US" sz="3200" dirty="0"/>
          </a:p>
        </p:txBody>
      </p:sp>
      <p:sp>
        <p:nvSpPr>
          <p:cNvPr id="3" name="Text Placeholder 2"/>
          <p:cNvSpPr>
            <a:spLocks noGrp="1"/>
          </p:cNvSpPr>
          <p:nvPr>
            <p:ph type="body" sz="quarter" idx="10"/>
          </p:nvPr>
        </p:nvSpPr>
        <p:spPr>
          <a:xfrm>
            <a:off x="324000" y="1296365"/>
            <a:ext cx="8494713" cy="5112184"/>
          </a:xfrm>
        </p:spPr>
        <p:txBody>
          <a:bodyPr/>
          <a:lstStyle/>
          <a:p>
            <a:pPr marL="342900" indent="-342900">
              <a:buFont typeface="Wingdings" panose="05000000000000000000" pitchFamily="2" charset="2"/>
              <a:buChar char="q"/>
            </a:pPr>
            <a:endParaRPr lang="bg-BG" sz="2400" b="0" dirty="0" smtClean="0"/>
          </a:p>
          <a:p>
            <a:pPr marL="342900" indent="-342900">
              <a:buFont typeface="Wingdings" panose="05000000000000000000" pitchFamily="2" charset="2"/>
              <a:buChar char="q"/>
            </a:pPr>
            <a:r>
              <a:rPr lang="bg-BG" sz="2400" b="0" dirty="0" smtClean="0"/>
              <a:t>Обработка на съдържанието между таговете</a:t>
            </a:r>
          </a:p>
          <a:p>
            <a:endParaRPr lang="bg-BG" dirty="0" smtClean="0">
              <a:solidFill>
                <a:srgbClr val="000000"/>
              </a:solidFill>
              <a:latin typeface="Consolas"/>
            </a:endParaRPr>
          </a:p>
          <a:p>
            <a:pPr>
              <a:spcBef>
                <a:spcPts val="0"/>
              </a:spcBef>
            </a:pPr>
            <a:r>
              <a:rPr lang="bg-BG" sz="2000" dirty="0" smtClean="0">
                <a:solidFill>
                  <a:srgbClr val="000000"/>
                </a:solidFill>
                <a:latin typeface="Consolas"/>
              </a:rPr>
              <a:t>    </a:t>
            </a:r>
            <a:r>
              <a:rPr lang="en-US" sz="2000" dirty="0" smtClean="0">
                <a:solidFill>
                  <a:srgbClr val="7F0055"/>
                </a:solidFill>
                <a:latin typeface="Consolas"/>
              </a:rPr>
              <a:t>private</a:t>
            </a:r>
            <a:r>
              <a:rPr lang="en-US" sz="2000" dirty="0" smtClean="0">
                <a:solidFill>
                  <a:srgbClr val="000000"/>
                </a:solidFill>
                <a:latin typeface="Consolas"/>
              </a:rPr>
              <a:t> </a:t>
            </a:r>
            <a:r>
              <a:rPr lang="en-US" sz="2000" dirty="0">
                <a:solidFill>
                  <a:srgbClr val="000000"/>
                </a:solidFill>
                <a:latin typeface="Consolas"/>
              </a:rPr>
              <a:t>String </a:t>
            </a:r>
            <a:r>
              <a:rPr lang="en-US" sz="2000" dirty="0">
                <a:solidFill>
                  <a:srgbClr val="0000C0"/>
                </a:solidFill>
                <a:latin typeface="Consolas"/>
              </a:rPr>
              <a:t>content</a:t>
            </a:r>
            <a:r>
              <a:rPr lang="en-US" sz="2000" dirty="0">
                <a:solidFill>
                  <a:srgbClr val="000000"/>
                </a:solidFill>
                <a:latin typeface="Consolas"/>
              </a:rPr>
              <a:t>;</a:t>
            </a:r>
          </a:p>
          <a:p>
            <a:pPr>
              <a:spcBef>
                <a:spcPts val="0"/>
              </a:spcBef>
            </a:pPr>
            <a:r>
              <a:rPr lang="bg-BG" sz="2000" dirty="0">
                <a:solidFill>
                  <a:srgbClr val="000000"/>
                </a:solidFill>
                <a:latin typeface="Consolas"/>
              </a:rPr>
              <a:t>    </a:t>
            </a:r>
          </a:p>
          <a:p>
            <a:pPr>
              <a:spcBef>
                <a:spcPts val="0"/>
              </a:spcBef>
            </a:pPr>
            <a:r>
              <a:rPr lang="en-US" sz="2000" dirty="0" smtClean="0">
                <a:solidFill>
                  <a:srgbClr val="000000"/>
                </a:solidFill>
                <a:latin typeface="Consolas"/>
              </a:rPr>
              <a:t>    </a:t>
            </a:r>
            <a:r>
              <a:rPr lang="en-US" sz="2000" dirty="0" smtClean="0">
                <a:solidFill>
                  <a:srgbClr val="646464"/>
                </a:solidFill>
                <a:latin typeface="Consolas"/>
              </a:rPr>
              <a:t>@</a:t>
            </a:r>
            <a:r>
              <a:rPr lang="en-US" sz="2000" dirty="0">
                <a:solidFill>
                  <a:srgbClr val="646464"/>
                </a:solidFill>
                <a:latin typeface="Consolas"/>
              </a:rPr>
              <a:t>Override</a:t>
            </a:r>
          </a:p>
          <a:p>
            <a:pPr>
              <a:spcBef>
                <a:spcPts val="0"/>
              </a:spcBef>
            </a:pPr>
            <a:r>
              <a:rPr lang="en-US" sz="2000" dirty="0">
                <a:solidFill>
                  <a:srgbClr val="000000"/>
                </a:solidFill>
                <a:latin typeface="Consolas"/>
              </a:rPr>
              <a:t>    </a:t>
            </a:r>
            <a:r>
              <a:rPr lang="en-US" sz="2000" dirty="0">
                <a:solidFill>
                  <a:srgbClr val="7F0055"/>
                </a:solidFill>
                <a:latin typeface="Consolas"/>
              </a:rPr>
              <a:t>public</a:t>
            </a:r>
            <a:r>
              <a:rPr lang="en-US" sz="2000" dirty="0">
                <a:solidFill>
                  <a:srgbClr val="000000"/>
                </a:solidFill>
                <a:latin typeface="Consolas"/>
              </a:rPr>
              <a:t> </a:t>
            </a:r>
            <a:r>
              <a:rPr lang="en-US" sz="2000" dirty="0">
                <a:solidFill>
                  <a:srgbClr val="7F0055"/>
                </a:solidFill>
                <a:latin typeface="Consolas"/>
              </a:rPr>
              <a:t>void</a:t>
            </a:r>
            <a:r>
              <a:rPr lang="en-US" sz="2000" dirty="0">
                <a:solidFill>
                  <a:srgbClr val="000000"/>
                </a:solidFill>
                <a:latin typeface="Consolas"/>
              </a:rPr>
              <a:t> characters(</a:t>
            </a:r>
            <a:r>
              <a:rPr lang="en-US" sz="2000" dirty="0">
                <a:solidFill>
                  <a:srgbClr val="7F0055"/>
                </a:solidFill>
                <a:latin typeface="Consolas"/>
              </a:rPr>
              <a:t>char</a:t>
            </a:r>
            <a:r>
              <a:rPr lang="en-US" sz="2000" dirty="0">
                <a:solidFill>
                  <a:srgbClr val="000000"/>
                </a:solidFill>
                <a:latin typeface="Consolas"/>
              </a:rPr>
              <a:t>[] </a:t>
            </a:r>
            <a:r>
              <a:rPr lang="en-US" sz="2000" dirty="0" err="1">
                <a:solidFill>
                  <a:srgbClr val="6A3E3E"/>
                </a:solidFill>
                <a:latin typeface="Consolas"/>
              </a:rPr>
              <a:t>ch</a:t>
            </a:r>
            <a:r>
              <a:rPr lang="en-US" sz="2000" dirty="0">
                <a:solidFill>
                  <a:srgbClr val="000000"/>
                </a:solidFill>
                <a:latin typeface="Consolas"/>
              </a:rPr>
              <a:t>, </a:t>
            </a:r>
            <a:r>
              <a:rPr lang="en-US" sz="2000" dirty="0" err="1">
                <a:solidFill>
                  <a:srgbClr val="7F0055"/>
                </a:solidFill>
                <a:latin typeface="Consolas"/>
              </a:rPr>
              <a:t>int</a:t>
            </a:r>
            <a:r>
              <a:rPr lang="en-US" sz="2000" dirty="0">
                <a:solidFill>
                  <a:srgbClr val="000000"/>
                </a:solidFill>
                <a:latin typeface="Consolas"/>
              </a:rPr>
              <a:t> </a:t>
            </a:r>
            <a:r>
              <a:rPr lang="en-US" sz="2000" dirty="0">
                <a:solidFill>
                  <a:srgbClr val="6A3E3E"/>
                </a:solidFill>
                <a:latin typeface="Consolas"/>
              </a:rPr>
              <a:t>start</a:t>
            </a:r>
            <a:r>
              <a:rPr lang="en-US" sz="2000" dirty="0">
                <a:solidFill>
                  <a:srgbClr val="000000"/>
                </a:solidFill>
                <a:latin typeface="Consolas"/>
              </a:rPr>
              <a:t>, </a:t>
            </a:r>
            <a:r>
              <a:rPr lang="en-US" sz="2000" dirty="0" err="1">
                <a:solidFill>
                  <a:srgbClr val="7F0055"/>
                </a:solidFill>
                <a:latin typeface="Consolas"/>
              </a:rPr>
              <a:t>int</a:t>
            </a:r>
            <a:r>
              <a:rPr lang="en-US" sz="2000" dirty="0">
                <a:solidFill>
                  <a:srgbClr val="000000"/>
                </a:solidFill>
                <a:latin typeface="Consolas"/>
              </a:rPr>
              <a:t> </a:t>
            </a:r>
            <a:r>
              <a:rPr lang="en-US" sz="2000" dirty="0">
                <a:solidFill>
                  <a:srgbClr val="6A3E3E"/>
                </a:solidFill>
                <a:latin typeface="Consolas"/>
              </a:rPr>
              <a:t>length</a:t>
            </a:r>
            <a:r>
              <a:rPr lang="en-US" sz="2000" dirty="0">
                <a:solidFill>
                  <a:srgbClr val="000000"/>
                </a:solidFill>
                <a:latin typeface="Consolas"/>
              </a:rPr>
              <a:t>) </a:t>
            </a:r>
          </a:p>
          <a:p>
            <a:pPr>
              <a:spcBef>
                <a:spcPts val="0"/>
              </a:spcBef>
            </a:pPr>
            <a:r>
              <a:rPr lang="en-US" sz="2000" dirty="0">
                <a:solidFill>
                  <a:srgbClr val="000000"/>
                </a:solidFill>
                <a:latin typeface="Consolas"/>
              </a:rPr>
              <a:t>            </a:t>
            </a:r>
            <a:r>
              <a:rPr lang="en-US" sz="2000" dirty="0">
                <a:solidFill>
                  <a:srgbClr val="7F0055"/>
                </a:solidFill>
                <a:latin typeface="Consolas"/>
              </a:rPr>
              <a:t>throws</a:t>
            </a:r>
            <a:r>
              <a:rPr lang="en-US" sz="2000" dirty="0">
                <a:solidFill>
                  <a:srgbClr val="000000"/>
                </a:solidFill>
                <a:latin typeface="Consolas"/>
              </a:rPr>
              <a:t> </a:t>
            </a:r>
            <a:r>
              <a:rPr lang="en-US" sz="2000" dirty="0" err="1">
                <a:solidFill>
                  <a:srgbClr val="000000"/>
                </a:solidFill>
                <a:latin typeface="Consolas"/>
              </a:rPr>
              <a:t>SAXException</a:t>
            </a:r>
            <a:r>
              <a:rPr lang="en-US" sz="2000" dirty="0">
                <a:solidFill>
                  <a:srgbClr val="000000"/>
                </a:solidFill>
                <a:latin typeface="Consolas"/>
              </a:rPr>
              <a:t> {</a:t>
            </a:r>
          </a:p>
          <a:p>
            <a:pPr>
              <a:spcBef>
                <a:spcPts val="0"/>
              </a:spcBef>
            </a:pPr>
            <a:r>
              <a:rPr lang="en-US" sz="2000" dirty="0">
                <a:solidFill>
                  <a:srgbClr val="000000"/>
                </a:solidFill>
                <a:latin typeface="Consolas"/>
              </a:rPr>
              <a:t>        </a:t>
            </a:r>
            <a:r>
              <a:rPr lang="en-US" sz="2000" dirty="0">
                <a:solidFill>
                  <a:srgbClr val="0000C0"/>
                </a:solidFill>
                <a:latin typeface="Consolas"/>
              </a:rPr>
              <a:t>content</a:t>
            </a:r>
            <a:r>
              <a:rPr lang="en-US" sz="2000" dirty="0">
                <a:solidFill>
                  <a:srgbClr val="000000"/>
                </a:solidFill>
                <a:latin typeface="Consolas"/>
              </a:rPr>
              <a:t> = </a:t>
            </a:r>
            <a:r>
              <a:rPr lang="en-US" sz="2000" dirty="0" err="1">
                <a:solidFill>
                  <a:srgbClr val="000000"/>
                </a:solidFill>
                <a:latin typeface="Consolas"/>
              </a:rPr>
              <a:t>String.</a:t>
            </a:r>
            <a:r>
              <a:rPr lang="en-US" sz="2000" i="1" dirty="0" err="1">
                <a:solidFill>
                  <a:srgbClr val="000000"/>
                </a:solidFill>
                <a:latin typeface="Consolas"/>
              </a:rPr>
              <a:t>copyValueOf</a:t>
            </a:r>
            <a:r>
              <a:rPr lang="en-US" sz="2000" i="1" dirty="0" smtClean="0">
                <a:solidFill>
                  <a:srgbClr val="000000"/>
                </a:solidFill>
                <a:latin typeface="Consolas"/>
              </a:rPr>
              <a:t>(</a:t>
            </a:r>
            <a:r>
              <a:rPr lang="bg-BG" sz="2000" i="1" dirty="0" smtClean="0">
                <a:solidFill>
                  <a:srgbClr val="000000"/>
                </a:solidFill>
                <a:latin typeface="Consolas"/>
              </a:rPr>
              <a:t/>
            </a:r>
            <a:br>
              <a:rPr lang="bg-BG" sz="2000" i="1" dirty="0" smtClean="0">
                <a:solidFill>
                  <a:srgbClr val="000000"/>
                </a:solidFill>
                <a:latin typeface="Consolas"/>
              </a:rPr>
            </a:br>
            <a:r>
              <a:rPr lang="bg-BG" sz="2000" i="1" dirty="0" smtClean="0">
                <a:solidFill>
                  <a:srgbClr val="000000"/>
                </a:solidFill>
                <a:latin typeface="Consolas"/>
              </a:rPr>
              <a:t>                    </a:t>
            </a:r>
            <a:r>
              <a:rPr lang="en-US" sz="2000" i="1" dirty="0" err="1" smtClean="0">
                <a:solidFill>
                  <a:srgbClr val="6A3E3E"/>
                </a:solidFill>
                <a:latin typeface="Consolas"/>
              </a:rPr>
              <a:t>ch</a:t>
            </a:r>
            <a:r>
              <a:rPr lang="en-US" sz="2000" i="1" dirty="0">
                <a:solidFill>
                  <a:srgbClr val="000000"/>
                </a:solidFill>
                <a:latin typeface="Consolas"/>
              </a:rPr>
              <a:t>, </a:t>
            </a:r>
            <a:r>
              <a:rPr lang="en-US" sz="2000" i="1" dirty="0">
                <a:solidFill>
                  <a:srgbClr val="6A3E3E"/>
                </a:solidFill>
                <a:latin typeface="Consolas"/>
              </a:rPr>
              <a:t>start</a:t>
            </a:r>
            <a:r>
              <a:rPr lang="en-US" sz="2000" i="1" dirty="0">
                <a:solidFill>
                  <a:srgbClr val="000000"/>
                </a:solidFill>
                <a:latin typeface="Consolas"/>
              </a:rPr>
              <a:t>, </a:t>
            </a:r>
            <a:r>
              <a:rPr lang="en-US" sz="2000" i="1" dirty="0">
                <a:solidFill>
                  <a:srgbClr val="6A3E3E"/>
                </a:solidFill>
                <a:latin typeface="Consolas"/>
              </a:rPr>
              <a:t>length</a:t>
            </a:r>
            <a:r>
              <a:rPr lang="en-US" sz="2000" i="1" dirty="0">
                <a:solidFill>
                  <a:srgbClr val="000000"/>
                </a:solidFill>
                <a:latin typeface="Consolas"/>
              </a:rPr>
              <a:t>).trim();</a:t>
            </a:r>
          </a:p>
          <a:p>
            <a:pPr>
              <a:spcBef>
                <a:spcPts val="0"/>
              </a:spcBef>
            </a:pPr>
            <a:r>
              <a:rPr lang="bg-BG" sz="2000" dirty="0">
                <a:solidFill>
                  <a:srgbClr val="000000"/>
                </a:solidFill>
                <a:latin typeface="Consolas"/>
              </a:rPr>
              <a:t>    }</a:t>
            </a:r>
            <a:endParaRPr lang="en-US" sz="2000" b="0" dirty="0"/>
          </a:p>
        </p:txBody>
      </p:sp>
    </p:spTree>
    <p:extLst>
      <p:ext uri="{BB962C8B-B14F-4D97-AF65-F5344CB8AC3E}">
        <p14:creationId xmlns:p14="http://schemas.microsoft.com/office/powerpoint/2010/main" val="3535988546"/>
      </p:ext>
    </p:extLst>
  </p:cSld>
  <p:clrMapOvr>
    <a:masterClrMapping/>
  </p:clrMapOvr>
  <p:transition spd="med"/>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sz="3200" dirty="0" smtClean="0"/>
              <a:t>Събитие за край на елемент</a:t>
            </a:r>
            <a:endParaRPr lang="en-US" sz="3200" dirty="0"/>
          </a:p>
        </p:txBody>
      </p:sp>
      <p:sp>
        <p:nvSpPr>
          <p:cNvPr id="3" name="Text Placeholder 2"/>
          <p:cNvSpPr>
            <a:spLocks noGrp="1"/>
          </p:cNvSpPr>
          <p:nvPr>
            <p:ph type="body" sz="quarter" idx="10"/>
          </p:nvPr>
        </p:nvSpPr>
        <p:spPr>
          <a:xfrm>
            <a:off x="324000" y="1296365"/>
            <a:ext cx="8494713" cy="5112184"/>
          </a:xfrm>
        </p:spPr>
        <p:txBody>
          <a:bodyPr/>
          <a:lstStyle/>
          <a:p>
            <a:pPr marL="342900" indent="-342900">
              <a:buFont typeface="Wingdings" panose="05000000000000000000" pitchFamily="2" charset="2"/>
              <a:buChar char="q"/>
            </a:pPr>
            <a:r>
              <a:rPr lang="en-US" sz="2400" b="0" dirty="0" smtClean="0"/>
              <a:t>Set-</a:t>
            </a:r>
            <a:r>
              <a:rPr lang="bg-BG" sz="2400" b="0" dirty="0" err="1" smtClean="0"/>
              <a:t>ване</a:t>
            </a:r>
            <a:r>
              <a:rPr lang="bg-BG" sz="2400" b="0" dirty="0" smtClean="0"/>
              <a:t> на данните прочетени дотук</a:t>
            </a:r>
          </a:p>
          <a:p>
            <a:r>
              <a:rPr lang="bg-BG" dirty="0" smtClean="0">
                <a:solidFill>
                  <a:srgbClr val="000000"/>
                </a:solidFill>
                <a:latin typeface="Consolas"/>
              </a:rPr>
              <a:t>   </a:t>
            </a:r>
            <a:r>
              <a:rPr lang="en-US" dirty="0" smtClean="0">
                <a:solidFill>
                  <a:srgbClr val="000000"/>
                </a:solidFill>
                <a:latin typeface="Consolas"/>
              </a:rPr>
              <a:t> </a:t>
            </a:r>
            <a:r>
              <a:rPr lang="en-US" dirty="0">
                <a:solidFill>
                  <a:srgbClr val="646464"/>
                </a:solidFill>
                <a:latin typeface="Consolas"/>
              </a:rPr>
              <a:t>@Override</a:t>
            </a:r>
          </a:p>
          <a:p>
            <a:pPr>
              <a:spcBef>
                <a:spcPts val="0"/>
              </a:spcBef>
            </a:pPr>
            <a:r>
              <a:rPr lang="en-US" dirty="0">
                <a:solidFill>
                  <a:srgbClr val="000000"/>
                </a:solidFill>
                <a:latin typeface="Consolas"/>
              </a:rPr>
              <a:t>    </a:t>
            </a:r>
            <a:r>
              <a:rPr lang="en-US" dirty="0">
                <a:solidFill>
                  <a:srgbClr val="7F0055"/>
                </a:solidFill>
                <a:latin typeface="Consolas"/>
              </a:rPr>
              <a:t>public</a:t>
            </a:r>
            <a:r>
              <a:rPr lang="en-US" dirty="0">
                <a:solidFill>
                  <a:srgbClr val="000000"/>
                </a:solidFill>
                <a:latin typeface="Consolas"/>
              </a:rPr>
              <a:t> </a:t>
            </a:r>
            <a:r>
              <a:rPr lang="en-US" dirty="0">
                <a:solidFill>
                  <a:srgbClr val="7F0055"/>
                </a:solidFill>
                <a:latin typeface="Consolas"/>
              </a:rPr>
              <a:t>void</a:t>
            </a:r>
            <a:r>
              <a:rPr lang="en-US" dirty="0">
                <a:solidFill>
                  <a:srgbClr val="000000"/>
                </a:solidFill>
                <a:latin typeface="Consolas"/>
              </a:rPr>
              <a:t> </a:t>
            </a:r>
            <a:r>
              <a:rPr lang="en-US" dirty="0" err="1">
                <a:solidFill>
                  <a:srgbClr val="000000"/>
                </a:solidFill>
                <a:latin typeface="Consolas"/>
              </a:rPr>
              <a:t>endElement</a:t>
            </a:r>
            <a:r>
              <a:rPr lang="en-US" dirty="0">
                <a:solidFill>
                  <a:srgbClr val="000000"/>
                </a:solidFill>
                <a:latin typeface="Consolas"/>
              </a:rPr>
              <a:t>(String </a:t>
            </a:r>
            <a:r>
              <a:rPr lang="en-US" dirty="0" err="1">
                <a:solidFill>
                  <a:srgbClr val="6A3E3E"/>
                </a:solidFill>
                <a:latin typeface="Consolas"/>
              </a:rPr>
              <a:t>uri</a:t>
            </a:r>
            <a:r>
              <a:rPr lang="en-US" dirty="0">
                <a:solidFill>
                  <a:srgbClr val="000000"/>
                </a:solidFill>
                <a:latin typeface="Consolas"/>
              </a:rPr>
              <a:t>, </a:t>
            </a:r>
          </a:p>
          <a:p>
            <a:pPr>
              <a:spcBef>
                <a:spcPts val="0"/>
              </a:spcBef>
            </a:pPr>
            <a:r>
              <a:rPr lang="en-US" dirty="0">
                <a:solidFill>
                  <a:srgbClr val="000000"/>
                </a:solidFill>
                <a:latin typeface="Consolas"/>
              </a:rPr>
              <a:t>                           String </a:t>
            </a:r>
            <a:r>
              <a:rPr lang="en-US" dirty="0" err="1">
                <a:solidFill>
                  <a:srgbClr val="6A3E3E"/>
                </a:solidFill>
                <a:latin typeface="Consolas"/>
              </a:rPr>
              <a:t>localName</a:t>
            </a:r>
            <a:r>
              <a:rPr lang="en-US" dirty="0">
                <a:solidFill>
                  <a:srgbClr val="000000"/>
                </a:solidFill>
                <a:latin typeface="Consolas"/>
              </a:rPr>
              <a:t>, </a:t>
            </a:r>
          </a:p>
          <a:p>
            <a:pPr>
              <a:spcBef>
                <a:spcPts val="0"/>
              </a:spcBef>
            </a:pPr>
            <a:r>
              <a:rPr lang="en-US" dirty="0">
                <a:solidFill>
                  <a:srgbClr val="000000"/>
                </a:solidFill>
                <a:latin typeface="Consolas"/>
              </a:rPr>
              <a:t>                           String </a:t>
            </a:r>
            <a:r>
              <a:rPr lang="en-US" dirty="0" err="1">
                <a:solidFill>
                  <a:srgbClr val="6A3E3E"/>
                </a:solidFill>
                <a:latin typeface="Consolas"/>
              </a:rPr>
              <a:t>qName</a:t>
            </a:r>
            <a:r>
              <a:rPr lang="en-US" dirty="0">
                <a:solidFill>
                  <a:srgbClr val="000000"/>
                </a:solidFill>
                <a:latin typeface="Consolas"/>
              </a:rPr>
              <a:t>) </a:t>
            </a:r>
          </a:p>
          <a:p>
            <a:pPr>
              <a:spcBef>
                <a:spcPts val="0"/>
              </a:spcBef>
            </a:pPr>
            <a:r>
              <a:rPr lang="en-US" dirty="0">
                <a:solidFill>
                  <a:srgbClr val="000000"/>
                </a:solidFill>
                <a:latin typeface="Consolas"/>
              </a:rPr>
              <a:t>           </a:t>
            </a:r>
            <a:r>
              <a:rPr lang="en-US" dirty="0">
                <a:solidFill>
                  <a:srgbClr val="7F0055"/>
                </a:solidFill>
                <a:latin typeface="Consolas"/>
              </a:rPr>
              <a:t>throws</a:t>
            </a:r>
            <a:r>
              <a:rPr lang="en-US" dirty="0">
                <a:solidFill>
                  <a:srgbClr val="000000"/>
                </a:solidFill>
                <a:latin typeface="Consolas"/>
              </a:rPr>
              <a:t> </a:t>
            </a:r>
            <a:r>
              <a:rPr lang="en-US" dirty="0" err="1">
                <a:solidFill>
                  <a:srgbClr val="000000"/>
                </a:solidFill>
                <a:latin typeface="Consolas"/>
              </a:rPr>
              <a:t>SAXException</a:t>
            </a:r>
            <a:r>
              <a:rPr lang="en-US" dirty="0">
                <a:solidFill>
                  <a:srgbClr val="000000"/>
                </a:solidFill>
                <a:latin typeface="Consolas"/>
              </a:rPr>
              <a:t> {</a:t>
            </a:r>
          </a:p>
          <a:p>
            <a:pPr>
              <a:spcBef>
                <a:spcPts val="0"/>
              </a:spcBef>
            </a:pPr>
            <a:r>
              <a:rPr lang="en-US" dirty="0">
                <a:solidFill>
                  <a:srgbClr val="000000"/>
                </a:solidFill>
                <a:latin typeface="Consolas"/>
              </a:rPr>
              <a:t>        </a:t>
            </a:r>
            <a:r>
              <a:rPr lang="en-US" dirty="0">
                <a:solidFill>
                  <a:srgbClr val="7F0055"/>
                </a:solidFill>
                <a:latin typeface="Consolas"/>
              </a:rPr>
              <a:t>switch</a:t>
            </a:r>
            <a:r>
              <a:rPr lang="en-US" dirty="0">
                <a:solidFill>
                  <a:srgbClr val="000000"/>
                </a:solidFill>
                <a:latin typeface="Consolas"/>
              </a:rPr>
              <a:t> (</a:t>
            </a:r>
            <a:r>
              <a:rPr lang="en-US" dirty="0" err="1">
                <a:solidFill>
                  <a:srgbClr val="6A3E3E"/>
                </a:solidFill>
                <a:latin typeface="Consolas"/>
              </a:rPr>
              <a:t>qName</a:t>
            </a:r>
            <a:r>
              <a:rPr lang="en-US" dirty="0">
                <a:solidFill>
                  <a:srgbClr val="000000"/>
                </a:solidFill>
                <a:latin typeface="Consolas"/>
              </a:rPr>
              <a:t>) {</a:t>
            </a:r>
          </a:p>
          <a:p>
            <a:pPr>
              <a:spcBef>
                <a:spcPts val="0"/>
              </a:spcBef>
            </a:pPr>
            <a:r>
              <a:rPr lang="en-US" dirty="0">
                <a:solidFill>
                  <a:srgbClr val="000000"/>
                </a:solidFill>
                <a:latin typeface="Consolas"/>
              </a:rPr>
              <a:t>            </a:t>
            </a:r>
            <a:r>
              <a:rPr lang="en-US" dirty="0">
                <a:solidFill>
                  <a:srgbClr val="7F0055"/>
                </a:solidFill>
                <a:latin typeface="Consolas"/>
              </a:rPr>
              <a:t>case</a:t>
            </a:r>
            <a:r>
              <a:rPr lang="en-US" dirty="0">
                <a:solidFill>
                  <a:srgbClr val="000000"/>
                </a:solidFill>
                <a:latin typeface="Consolas"/>
              </a:rPr>
              <a:t> </a:t>
            </a:r>
            <a:r>
              <a:rPr lang="en-US" dirty="0">
                <a:solidFill>
                  <a:srgbClr val="2A00FF"/>
                </a:solidFill>
                <a:latin typeface="Consolas"/>
              </a:rPr>
              <a:t>"</a:t>
            </a:r>
            <a:r>
              <a:rPr lang="en-US" dirty="0" err="1">
                <a:solidFill>
                  <a:srgbClr val="2A00FF"/>
                </a:solidFill>
                <a:latin typeface="Consolas"/>
              </a:rPr>
              <a:t>firstName</a:t>
            </a:r>
            <a:r>
              <a:rPr lang="en-US" dirty="0">
                <a:solidFill>
                  <a:srgbClr val="2A00FF"/>
                </a:solidFill>
                <a:latin typeface="Consolas"/>
              </a:rPr>
              <a:t>"</a:t>
            </a:r>
            <a:r>
              <a:rPr lang="en-US" dirty="0">
                <a:solidFill>
                  <a:srgbClr val="000000"/>
                </a:solidFill>
                <a:latin typeface="Consolas"/>
              </a:rPr>
              <a:t>: </a:t>
            </a:r>
          </a:p>
          <a:p>
            <a:pPr>
              <a:spcBef>
                <a:spcPts val="0"/>
              </a:spcBef>
            </a:pPr>
            <a:r>
              <a:rPr lang="en-US" dirty="0">
                <a:solidFill>
                  <a:srgbClr val="000000"/>
                </a:solidFill>
                <a:latin typeface="Consolas"/>
              </a:rPr>
              <a:t>                </a:t>
            </a:r>
            <a:r>
              <a:rPr lang="en-US" dirty="0" err="1">
                <a:solidFill>
                  <a:srgbClr val="0000C0"/>
                </a:solidFill>
                <a:latin typeface="Consolas"/>
              </a:rPr>
              <a:t>currentStudent</a:t>
            </a:r>
            <a:r>
              <a:rPr lang="en-US" dirty="0" err="1">
                <a:solidFill>
                  <a:srgbClr val="000000"/>
                </a:solidFill>
                <a:latin typeface="Consolas"/>
              </a:rPr>
              <a:t>.setFirstName</a:t>
            </a:r>
            <a:r>
              <a:rPr lang="en-US" dirty="0">
                <a:solidFill>
                  <a:srgbClr val="000000"/>
                </a:solidFill>
                <a:latin typeface="Consolas"/>
              </a:rPr>
              <a:t>(</a:t>
            </a:r>
            <a:r>
              <a:rPr lang="en-US" dirty="0">
                <a:solidFill>
                  <a:srgbClr val="0000C0"/>
                </a:solidFill>
                <a:latin typeface="Consolas"/>
              </a:rPr>
              <a:t>content</a:t>
            </a:r>
            <a:r>
              <a:rPr lang="en-US" dirty="0">
                <a:solidFill>
                  <a:srgbClr val="000000"/>
                </a:solidFill>
                <a:latin typeface="Consolas"/>
              </a:rPr>
              <a:t>);</a:t>
            </a:r>
          </a:p>
          <a:p>
            <a:pPr>
              <a:spcBef>
                <a:spcPts val="0"/>
              </a:spcBef>
            </a:pPr>
            <a:r>
              <a:rPr lang="en-US" dirty="0">
                <a:solidFill>
                  <a:srgbClr val="000000"/>
                </a:solidFill>
                <a:latin typeface="Consolas"/>
              </a:rPr>
              <a:t>                </a:t>
            </a:r>
            <a:r>
              <a:rPr lang="en-US" dirty="0">
                <a:solidFill>
                  <a:srgbClr val="7F0055"/>
                </a:solidFill>
                <a:latin typeface="Consolas"/>
              </a:rPr>
              <a:t>break</a:t>
            </a:r>
            <a:r>
              <a:rPr lang="en-US" dirty="0">
                <a:solidFill>
                  <a:srgbClr val="000000"/>
                </a:solidFill>
                <a:latin typeface="Consolas"/>
              </a:rPr>
              <a:t>;</a:t>
            </a:r>
          </a:p>
          <a:p>
            <a:pPr>
              <a:spcBef>
                <a:spcPts val="0"/>
              </a:spcBef>
            </a:pPr>
            <a:r>
              <a:rPr lang="en-US" dirty="0">
                <a:solidFill>
                  <a:srgbClr val="000000"/>
                </a:solidFill>
                <a:latin typeface="Consolas"/>
              </a:rPr>
              <a:t>            </a:t>
            </a:r>
            <a:r>
              <a:rPr lang="en-US" dirty="0">
                <a:solidFill>
                  <a:srgbClr val="7F0055"/>
                </a:solidFill>
                <a:latin typeface="Consolas"/>
              </a:rPr>
              <a:t>case</a:t>
            </a:r>
            <a:r>
              <a:rPr lang="en-US" dirty="0">
                <a:solidFill>
                  <a:srgbClr val="000000"/>
                </a:solidFill>
                <a:latin typeface="Consolas"/>
              </a:rPr>
              <a:t> </a:t>
            </a:r>
            <a:r>
              <a:rPr lang="en-US" dirty="0">
                <a:solidFill>
                  <a:srgbClr val="2A00FF"/>
                </a:solidFill>
                <a:latin typeface="Consolas"/>
              </a:rPr>
              <a:t>"</a:t>
            </a:r>
            <a:r>
              <a:rPr lang="en-US" dirty="0" err="1">
                <a:solidFill>
                  <a:srgbClr val="2A00FF"/>
                </a:solidFill>
                <a:latin typeface="Consolas"/>
              </a:rPr>
              <a:t>lastName</a:t>
            </a:r>
            <a:r>
              <a:rPr lang="en-US" dirty="0">
                <a:solidFill>
                  <a:srgbClr val="2A00FF"/>
                </a:solidFill>
                <a:latin typeface="Consolas"/>
              </a:rPr>
              <a:t>"</a:t>
            </a:r>
            <a:r>
              <a:rPr lang="en-US" dirty="0">
                <a:solidFill>
                  <a:srgbClr val="000000"/>
                </a:solidFill>
                <a:latin typeface="Consolas"/>
              </a:rPr>
              <a:t>:</a:t>
            </a:r>
          </a:p>
          <a:p>
            <a:pPr>
              <a:spcBef>
                <a:spcPts val="0"/>
              </a:spcBef>
            </a:pPr>
            <a:r>
              <a:rPr lang="en-US" dirty="0">
                <a:solidFill>
                  <a:srgbClr val="000000"/>
                </a:solidFill>
                <a:latin typeface="Consolas"/>
              </a:rPr>
              <a:t>                </a:t>
            </a:r>
            <a:r>
              <a:rPr lang="en-US" dirty="0" err="1">
                <a:solidFill>
                  <a:srgbClr val="0000C0"/>
                </a:solidFill>
                <a:latin typeface="Consolas"/>
              </a:rPr>
              <a:t>currentStudent</a:t>
            </a:r>
            <a:r>
              <a:rPr lang="en-US" dirty="0" err="1">
                <a:solidFill>
                  <a:srgbClr val="000000"/>
                </a:solidFill>
                <a:latin typeface="Consolas"/>
              </a:rPr>
              <a:t>.setLastName</a:t>
            </a:r>
            <a:r>
              <a:rPr lang="en-US" dirty="0">
                <a:solidFill>
                  <a:srgbClr val="000000"/>
                </a:solidFill>
                <a:latin typeface="Consolas"/>
              </a:rPr>
              <a:t>(</a:t>
            </a:r>
            <a:r>
              <a:rPr lang="en-US" dirty="0">
                <a:solidFill>
                  <a:srgbClr val="0000C0"/>
                </a:solidFill>
                <a:latin typeface="Consolas"/>
              </a:rPr>
              <a:t>content</a:t>
            </a:r>
            <a:r>
              <a:rPr lang="en-US" dirty="0">
                <a:solidFill>
                  <a:srgbClr val="000000"/>
                </a:solidFill>
                <a:latin typeface="Consolas"/>
              </a:rPr>
              <a:t>);</a:t>
            </a:r>
          </a:p>
          <a:p>
            <a:pPr>
              <a:spcBef>
                <a:spcPts val="0"/>
              </a:spcBef>
            </a:pPr>
            <a:r>
              <a:rPr lang="en-US" dirty="0">
                <a:solidFill>
                  <a:srgbClr val="000000"/>
                </a:solidFill>
                <a:latin typeface="Consolas"/>
              </a:rPr>
              <a:t>            </a:t>
            </a:r>
            <a:r>
              <a:rPr lang="en-US" dirty="0">
                <a:solidFill>
                  <a:srgbClr val="3F7F5F"/>
                </a:solidFill>
                <a:latin typeface="Consolas"/>
              </a:rPr>
              <a:t>// </a:t>
            </a:r>
            <a:r>
              <a:rPr lang="en-US" dirty="0" smtClean="0">
                <a:solidFill>
                  <a:srgbClr val="3F7F5F"/>
                </a:solidFill>
                <a:latin typeface="Consolas"/>
              </a:rPr>
              <a:t>omit </a:t>
            </a:r>
            <a:r>
              <a:rPr lang="en-US" dirty="0">
                <a:solidFill>
                  <a:srgbClr val="3F7F5F"/>
                </a:solidFill>
                <a:latin typeface="Consolas"/>
              </a:rPr>
              <a:t>department</a:t>
            </a:r>
          </a:p>
          <a:p>
            <a:pPr>
              <a:spcBef>
                <a:spcPts val="0"/>
              </a:spcBef>
            </a:pPr>
            <a:r>
              <a:rPr lang="bg-BG" dirty="0">
                <a:solidFill>
                  <a:srgbClr val="000000"/>
                </a:solidFill>
                <a:latin typeface="Consolas"/>
              </a:rPr>
              <a:t>        }</a:t>
            </a:r>
          </a:p>
          <a:p>
            <a:pPr>
              <a:spcBef>
                <a:spcPts val="0"/>
              </a:spcBef>
            </a:pPr>
            <a:r>
              <a:rPr lang="bg-BG" dirty="0">
                <a:solidFill>
                  <a:srgbClr val="000000"/>
                </a:solidFill>
                <a:latin typeface="Consolas"/>
              </a:rPr>
              <a:t>    }</a:t>
            </a:r>
            <a:endParaRPr lang="en-US" sz="2000" b="0" dirty="0"/>
          </a:p>
        </p:txBody>
      </p:sp>
    </p:spTree>
    <p:extLst>
      <p:ext uri="{BB962C8B-B14F-4D97-AF65-F5344CB8AC3E}">
        <p14:creationId xmlns:p14="http://schemas.microsoft.com/office/powerpoint/2010/main" val="598650722"/>
      </p:ext>
    </p:extLst>
  </p:cSld>
  <p:clrMapOvr>
    <a:masterClrMapping/>
  </p:clrMapOvr>
  <p:transition spd="med"/>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sz="3200" dirty="0" smtClean="0"/>
              <a:t>Работа със </a:t>
            </a:r>
            <a:r>
              <a:rPr lang="en-US" sz="3200" dirty="0" smtClean="0"/>
              <a:t>SAX</a:t>
            </a:r>
            <a:r>
              <a:rPr lang="bg-BG" sz="3200" dirty="0" smtClean="0"/>
              <a:t> </a:t>
            </a:r>
            <a:r>
              <a:rPr lang="en-US" sz="3200" dirty="0" smtClean="0"/>
              <a:t>parser</a:t>
            </a:r>
            <a:r>
              <a:rPr lang="bg-BG" sz="3200" dirty="0" smtClean="0"/>
              <a:t>-а</a:t>
            </a:r>
            <a:endParaRPr lang="en-US" sz="3200" dirty="0"/>
          </a:p>
        </p:txBody>
      </p:sp>
      <p:sp>
        <p:nvSpPr>
          <p:cNvPr id="3" name="Text Placeholder 2"/>
          <p:cNvSpPr>
            <a:spLocks noGrp="1"/>
          </p:cNvSpPr>
          <p:nvPr>
            <p:ph type="body" sz="quarter" idx="10"/>
          </p:nvPr>
        </p:nvSpPr>
        <p:spPr>
          <a:xfrm>
            <a:off x="324000" y="1296365"/>
            <a:ext cx="8494713" cy="5112184"/>
          </a:xfrm>
        </p:spPr>
        <p:txBody>
          <a:bodyPr/>
          <a:lstStyle/>
          <a:p>
            <a:pPr marL="342900" lvl="0" indent="-342900">
              <a:buClr>
                <a:srgbClr val="F0AB00"/>
              </a:buClr>
              <a:buFont typeface="Wingdings" panose="05000000000000000000" pitchFamily="2" charset="2"/>
              <a:buChar char="q"/>
            </a:pPr>
            <a:r>
              <a:rPr lang="bg-BG" sz="2400" b="0" dirty="0" smtClean="0">
                <a:solidFill>
                  <a:srgbClr val="000000"/>
                </a:solidFill>
              </a:rPr>
              <a:t>Инициализиране:</a:t>
            </a:r>
            <a:endParaRPr lang="bg-BG" sz="2400" b="0" dirty="0">
              <a:solidFill>
                <a:srgbClr val="000000"/>
              </a:solidFill>
            </a:endParaRPr>
          </a:p>
          <a:p>
            <a:r>
              <a:rPr lang="en-US" dirty="0" smtClean="0">
                <a:solidFill>
                  <a:srgbClr val="000000"/>
                </a:solidFill>
                <a:latin typeface="Consolas"/>
              </a:rPr>
              <a:t>  </a:t>
            </a:r>
            <a:r>
              <a:rPr lang="en-US" dirty="0" err="1" smtClean="0">
                <a:solidFill>
                  <a:srgbClr val="000000"/>
                </a:solidFill>
                <a:latin typeface="Consolas"/>
              </a:rPr>
              <a:t>SAXParserFactory</a:t>
            </a:r>
            <a:r>
              <a:rPr lang="en-US" dirty="0" smtClean="0">
                <a:solidFill>
                  <a:srgbClr val="000000"/>
                </a:solidFill>
                <a:latin typeface="Consolas"/>
              </a:rPr>
              <a:t> </a:t>
            </a:r>
            <a:r>
              <a:rPr lang="en-US" dirty="0" err="1">
                <a:solidFill>
                  <a:srgbClr val="6A3E3E"/>
                </a:solidFill>
                <a:latin typeface="Consolas"/>
              </a:rPr>
              <a:t>parserFactory</a:t>
            </a:r>
            <a:r>
              <a:rPr lang="en-US" dirty="0">
                <a:solidFill>
                  <a:srgbClr val="000000"/>
                </a:solidFill>
                <a:latin typeface="Consolas"/>
              </a:rPr>
              <a:t> = </a:t>
            </a:r>
            <a:r>
              <a:rPr lang="en-US" dirty="0" err="1">
                <a:solidFill>
                  <a:srgbClr val="000000"/>
                </a:solidFill>
                <a:latin typeface="Consolas"/>
              </a:rPr>
              <a:t>SAXParserFactory.</a:t>
            </a:r>
            <a:r>
              <a:rPr lang="en-US" i="1" dirty="0" err="1">
                <a:solidFill>
                  <a:srgbClr val="000000"/>
                </a:solidFill>
                <a:latin typeface="Consolas"/>
              </a:rPr>
              <a:t>newInstance</a:t>
            </a:r>
            <a:r>
              <a:rPr lang="en-US" i="1" dirty="0">
                <a:solidFill>
                  <a:srgbClr val="000000"/>
                </a:solidFill>
                <a:latin typeface="Consolas"/>
              </a:rPr>
              <a:t>();</a:t>
            </a:r>
          </a:p>
          <a:p>
            <a:pPr>
              <a:spcBef>
                <a:spcPts val="0"/>
              </a:spcBef>
            </a:pPr>
            <a:r>
              <a:rPr lang="en-US" dirty="0">
                <a:solidFill>
                  <a:srgbClr val="000000"/>
                </a:solidFill>
                <a:latin typeface="Consolas"/>
              </a:rPr>
              <a:t>  </a:t>
            </a:r>
            <a:r>
              <a:rPr lang="en-US" dirty="0" err="1" smtClean="0">
                <a:solidFill>
                  <a:srgbClr val="000000"/>
                </a:solidFill>
                <a:latin typeface="Consolas"/>
              </a:rPr>
              <a:t>SAXParser</a:t>
            </a:r>
            <a:r>
              <a:rPr lang="en-US" dirty="0" smtClean="0">
                <a:solidFill>
                  <a:srgbClr val="000000"/>
                </a:solidFill>
                <a:latin typeface="Consolas"/>
              </a:rPr>
              <a:t> </a:t>
            </a:r>
            <a:r>
              <a:rPr lang="en-US" dirty="0">
                <a:solidFill>
                  <a:srgbClr val="6A3E3E"/>
                </a:solidFill>
                <a:latin typeface="Consolas"/>
              </a:rPr>
              <a:t>parser</a:t>
            </a:r>
            <a:r>
              <a:rPr lang="en-US" dirty="0">
                <a:solidFill>
                  <a:srgbClr val="000000"/>
                </a:solidFill>
                <a:latin typeface="Consolas"/>
              </a:rPr>
              <a:t> = </a:t>
            </a:r>
            <a:r>
              <a:rPr lang="en-US" dirty="0" err="1">
                <a:solidFill>
                  <a:srgbClr val="6A3E3E"/>
                </a:solidFill>
                <a:latin typeface="Consolas"/>
              </a:rPr>
              <a:t>parserFactory</a:t>
            </a:r>
            <a:r>
              <a:rPr lang="en-US" dirty="0" err="1">
                <a:solidFill>
                  <a:srgbClr val="000000"/>
                </a:solidFill>
                <a:latin typeface="Consolas"/>
              </a:rPr>
              <a:t>.newSAXParser</a:t>
            </a:r>
            <a:r>
              <a:rPr lang="en-US" dirty="0">
                <a:solidFill>
                  <a:srgbClr val="000000"/>
                </a:solidFill>
                <a:latin typeface="Consolas"/>
              </a:rPr>
              <a:t>();</a:t>
            </a:r>
          </a:p>
          <a:p>
            <a:pPr marL="342900" lvl="0" indent="-342900">
              <a:buClr>
                <a:srgbClr val="F0AB00"/>
              </a:buClr>
              <a:buFont typeface="Wingdings" panose="05000000000000000000" pitchFamily="2" charset="2"/>
              <a:buChar char="q"/>
            </a:pPr>
            <a:r>
              <a:rPr lang="en-US" sz="2400" b="0" dirty="0" smtClean="0">
                <a:solidFill>
                  <a:srgbClr val="000000"/>
                </a:solidFill>
              </a:rPr>
              <a:t>Parse</a:t>
            </a:r>
            <a:r>
              <a:rPr lang="bg-BG" sz="2400" b="0" dirty="0" smtClean="0">
                <a:solidFill>
                  <a:srgbClr val="000000"/>
                </a:solidFill>
              </a:rPr>
              <a:t>-</a:t>
            </a:r>
            <a:r>
              <a:rPr lang="bg-BG" sz="2400" b="0" dirty="0" err="1" smtClean="0">
                <a:solidFill>
                  <a:srgbClr val="000000"/>
                </a:solidFill>
              </a:rPr>
              <a:t>ване</a:t>
            </a:r>
            <a:r>
              <a:rPr lang="bg-BG" sz="2400" b="0" dirty="0" smtClean="0">
                <a:solidFill>
                  <a:srgbClr val="000000"/>
                </a:solidFill>
              </a:rPr>
              <a:t>:</a:t>
            </a:r>
            <a:endParaRPr lang="bg-BG" sz="2400" b="0" dirty="0">
              <a:solidFill>
                <a:srgbClr val="000000"/>
              </a:solidFill>
            </a:endParaRPr>
          </a:p>
          <a:p>
            <a:pPr>
              <a:spcBef>
                <a:spcPts val="1600"/>
              </a:spcBef>
            </a:pPr>
            <a:r>
              <a:rPr lang="bg-BG" dirty="0" smtClean="0">
                <a:solidFill>
                  <a:srgbClr val="000000"/>
                </a:solidFill>
                <a:latin typeface="Consolas"/>
              </a:rPr>
              <a:t>  </a:t>
            </a:r>
            <a:r>
              <a:rPr lang="en-US" dirty="0" err="1" smtClean="0">
                <a:solidFill>
                  <a:srgbClr val="000000"/>
                </a:solidFill>
                <a:latin typeface="Consolas"/>
              </a:rPr>
              <a:t>StudentsHandler</a:t>
            </a:r>
            <a:r>
              <a:rPr lang="en-US" dirty="0" smtClean="0">
                <a:solidFill>
                  <a:srgbClr val="000000"/>
                </a:solidFill>
                <a:latin typeface="Consolas"/>
              </a:rPr>
              <a:t> </a:t>
            </a:r>
            <a:r>
              <a:rPr lang="en-US" dirty="0" err="1">
                <a:solidFill>
                  <a:srgbClr val="6A3E3E"/>
                </a:solidFill>
                <a:latin typeface="Consolas"/>
              </a:rPr>
              <a:t>studentsHandler</a:t>
            </a:r>
            <a:r>
              <a:rPr lang="en-US" dirty="0">
                <a:solidFill>
                  <a:srgbClr val="000000"/>
                </a:solidFill>
                <a:latin typeface="Consolas"/>
              </a:rPr>
              <a:t> = </a:t>
            </a:r>
            <a:r>
              <a:rPr lang="en-US" dirty="0">
                <a:solidFill>
                  <a:srgbClr val="7F0055"/>
                </a:solidFill>
                <a:latin typeface="Consolas"/>
              </a:rPr>
              <a:t>new</a:t>
            </a:r>
            <a:r>
              <a:rPr lang="en-US" dirty="0">
                <a:solidFill>
                  <a:srgbClr val="000000"/>
                </a:solidFill>
                <a:latin typeface="Consolas"/>
              </a:rPr>
              <a:t> </a:t>
            </a:r>
            <a:r>
              <a:rPr lang="en-US" dirty="0" err="1">
                <a:solidFill>
                  <a:srgbClr val="000000"/>
                </a:solidFill>
                <a:latin typeface="Consolas"/>
              </a:rPr>
              <a:t>StudentsHandler</a:t>
            </a:r>
            <a:r>
              <a:rPr lang="en-US" dirty="0">
                <a:solidFill>
                  <a:srgbClr val="000000"/>
                </a:solidFill>
                <a:latin typeface="Consolas"/>
              </a:rPr>
              <a:t>();</a:t>
            </a:r>
            <a:endParaRPr lang="bg-BG" dirty="0" smtClean="0">
              <a:solidFill>
                <a:srgbClr val="000000"/>
              </a:solidFill>
              <a:latin typeface="Consolas"/>
            </a:endParaRPr>
          </a:p>
          <a:p>
            <a:pPr>
              <a:spcBef>
                <a:spcPts val="0"/>
              </a:spcBef>
            </a:pPr>
            <a:r>
              <a:rPr lang="en-US" dirty="0" smtClean="0">
                <a:solidFill>
                  <a:srgbClr val="000000"/>
                </a:solidFill>
                <a:latin typeface="Consolas"/>
              </a:rPr>
              <a:t>  </a:t>
            </a:r>
            <a:r>
              <a:rPr lang="en-US" dirty="0" err="1" smtClean="0">
                <a:solidFill>
                  <a:srgbClr val="6A3E3E"/>
                </a:solidFill>
                <a:latin typeface="Consolas"/>
              </a:rPr>
              <a:t>parser</a:t>
            </a:r>
            <a:r>
              <a:rPr lang="en-US" dirty="0" err="1" smtClean="0">
                <a:solidFill>
                  <a:srgbClr val="000000"/>
                </a:solidFill>
                <a:latin typeface="Consolas"/>
              </a:rPr>
              <a:t>.parse</a:t>
            </a:r>
            <a:r>
              <a:rPr lang="en-US" dirty="0" smtClean="0">
                <a:solidFill>
                  <a:srgbClr val="000000"/>
                </a:solidFill>
                <a:latin typeface="Consolas"/>
              </a:rPr>
              <a:t>(</a:t>
            </a:r>
          </a:p>
          <a:p>
            <a:pPr>
              <a:spcBef>
                <a:spcPts val="0"/>
              </a:spcBef>
            </a:pPr>
            <a:r>
              <a:rPr lang="en-US" dirty="0">
                <a:solidFill>
                  <a:srgbClr val="000000"/>
                </a:solidFill>
                <a:latin typeface="Consolas"/>
              </a:rPr>
              <a:t> </a:t>
            </a:r>
            <a:r>
              <a:rPr lang="en-US" dirty="0" smtClean="0">
                <a:solidFill>
                  <a:srgbClr val="000000"/>
                </a:solidFill>
                <a:latin typeface="Consolas"/>
              </a:rPr>
              <a:t>     </a:t>
            </a:r>
            <a:r>
              <a:rPr lang="en-US" dirty="0" err="1" smtClean="0">
                <a:solidFill>
                  <a:srgbClr val="000000"/>
                </a:solidFill>
                <a:latin typeface="Consolas"/>
              </a:rPr>
              <a:t>ClassLoader.</a:t>
            </a:r>
            <a:r>
              <a:rPr lang="en-US" i="1" dirty="0" err="1" smtClean="0">
                <a:solidFill>
                  <a:srgbClr val="000000"/>
                </a:solidFill>
                <a:latin typeface="Consolas"/>
              </a:rPr>
              <a:t>getSystemResourceAsStream</a:t>
            </a:r>
            <a:r>
              <a:rPr lang="en-US" i="1" dirty="0" smtClean="0">
                <a:solidFill>
                  <a:srgbClr val="000000"/>
                </a:solidFill>
                <a:latin typeface="Consolas"/>
              </a:rPr>
              <a:t>(</a:t>
            </a:r>
            <a:r>
              <a:rPr lang="en-US" i="1" dirty="0" smtClean="0">
                <a:solidFill>
                  <a:srgbClr val="2A00FF"/>
                </a:solidFill>
                <a:latin typeface="Consolas"/>
              </a:rPr>
              <a:t>"students.xml</a:t>
            </a:r>
            <a:r>
              <a:rPr lang="en-US" i="1" dirty="0">
                <a:solidFill>
                  <a:srgbClr val="2A00FF"/>
                </a:solidFill>
                <a:latin typeface="Consolas"/>
              </a:rPr>
              <a:t>"</a:t>
            </a:r>
            <a:r>
              <a:rPr lang="en-US" i="1" dirty="0">
                <a:solidFill>
                  <a:srgbClr val="000000"/>
                </a:solidFill>
                <a:latin typeface="Consolas"/>
              </a:rPr>
              <a:t>), </a:t>
            </a:r>
          </a:p>
          <a:p>
            <a:pPr>
              <a:spcBef>
                <a:spcPts val="0"/>
              </a:spcBef>
            </a:pPr>
            <a:r>
              <a:rPr lang="bg-BG" dirty="0">
                <a:solidFill>
                  <a:srgbClr val="7F0055"/>
                </a:solidFill>
                <a:latin typeface="Consolas"/>
              </a:rPr>
              <a:t> </a:t>
            </a:r>
            <a:r>
              <a:rPr lang="bg-BG" dirty="0" smtClean="0">
                <a:solidFill>
                  <a:srgbClr val="7F0055"/>
                </a:solidFill>
                <a:latin typeface="Consolas"/>
              </a:rPr>
              <a:t>    </a:t>
            </a:r>
            <a:r>
              <a:rPr lang="en-US" dirty="0" smtClean="0">
                <a:solidFill>
                  <a:srgbClr val="7F0055"/>
                </a:solidFill>
                <a:latin typeface="Consolas"/>
              </a:rPr>
              <a:t> </a:t>
            </a:r>
            <a:r>
              <a:rPr lang="en-US" dirty="0" err="1">
                <a:solidFill>
                  <a:srgbClr val="6A3E3E"/>
                </a:solidFill>
                <a:latin typeface="Consolas"/>
              </a:rPr>
              <a:t>studentsHandler</a:t>
            </a:r>
            <a:r>
              <a:rPr lang="en-US" dirty="0" smtClean="0">
                <a:solidFill>
                  <a:srgbClr val="000000"/>
                </a:solidFill>
                <a:latin typeface="Consolas"/>
              </a:rPr>
              <a:t>); </a:t>
            </a:r>
            <a:endParaRPr lang="bg-BG" dirty="0" smtClean="0">
              <a:solidFill>
                <a:srgbClr val="000000"/>
              </a:solidFill>
              <a:latin typeface="Consolas"/>
            </a:endParaRPr>
          </a:p>
          <a:p>
            <a:pPr marL="342900" lvl="0" indent="-342900">
              <a:buClr>
                <a:srgbClr val="F0AB00"/>
              </a:buClr>
              <a:buFont typeface="Wingdings" panose="05000000000000000000" pitchFamily="2" charset="2"/>
              <a:buChar char="q"/>
            </a:pPr>
            <a:r>
              <a:rPr lang="bg-BG" sz="2400" b="0" dirty="0" smtClean="0">
                <a:solidFill>
                  <a:srgbClr val="000000"/>
                </a:solidFill>
              </a:rPr>
              <a:t>Извличане:</a:t>
            </a:r>
            <a:endParaRPr lang="bg-BG" sz="2400" b="0" dirty="0">
              <a:solidFill>
                <a:srgbClr val="000000"/>
              </a:solidFill>
            </a:endParaRPr>
          </a:p>
          <a:p>
            <a:pPr>
              <a:spcBef>
                <a:spcPts val="1600"/>
              </a:spcBef>
            </a:pPr>
            <a:r>
              <a:rPr lang="en-US" sz="2000" dirty="0" smtClean="0">
                <a:solidFill>
                  <a:srgbClr val="000000"/>
                </a:solidFill>
                <a:latin typeface="Consolas"/>
              </a:rPr>
              <a:t>  List&lt;Student</a:t>
            </a:r>
            <a:r>
              <a:rPr lang="en-US" sz="2000" dirty="0">
                <a:solidFill>
                  <a:srgbClr val="000000"/>
                </a:solidFill>
                <a:latin typeface="Consolas"/>
              </a:rPr>
              <a:t>&gt; </a:t>
            </a:r>
            <a:r>
              <a:rPr lang="en-US" sz="2000" dirty="0">
                <a:solidFill>
                  <a:srgbClr val="6A3E3E"/>
                </a:solidFill>
                <a:latin typeface="Consolas"/>
              </a:rPr>
              <a:t>s</a:t>
            </a:r>
            <a:r>
              <a:rPr lang="en-US" sz="2000" dirty="0" smtClean="0">
                <a:solidFill>
                  <a:srgbClr val="6A3E3E"/>
                </a:solidFill>
                <a:latin typeface="Consolas"/>
              </a:rPr>
              <a:t>tudents</a:t>
            </a:r>
            <a:r>
              <a:rPr lang="en-US" sz="2000" dirty="0" smtClean="0">
                <a:solidFill>
                  <a:srgbClr val="000000"/>
                </a:solidFill>
                <a:latin typeface="Consolas"/>
              </a:rPr>
              <a:t> </a:t>
            </a:r>
            <a:r>
              <a:rPr lang="en-US" sz="2000" dirty="0">
                <a:solidFill>
                  <a:srgbClr val="000000"/>
                </a:solidFill>
                <a:latin typeface="Consolas"/>
              </a:rPr>
              <a:t>= </a:t>
            </a:r>
            <a:r>
              <a:rPr lang="en-US" sz="2000" dirty="0" err="1">
                <a:solidFill>
                  <a:srgbClr val="6A3E3E"/>
                </a:solidFill>
                <a:latin typeface="Consolas"/>
              </a:rPr>
              <a:t>studentsHandler</a:t>
            </a:r>
            <a:r>
              <a:rPr lang="en-US" sz="2000" dirty="0" err="1">
                <a:solidFill>
                  <a:srgbClr val="000000"/>
                </a:solidFill>
                <a:latin typeface="Consolas"/>
              </a:rPr>
              <a:t>.getAllStudents</a:t>
            </a:r>
            <a:r>
              <a:rPr lang="en-US" sz="2000" dirty="0">
                <a:solidFill>
                  <a:srgbClr val="000000"/>
                </a:solidFill>
                <a:latin typeface="Consolas"/>
              </a:rPr>
              <a:t>();</a:t>
            </a:r>
            <a:endParaRPr lang="en-US" sz="2000" b="0" dirty="0"/>
          </a:p>
        </p:txBody>
      </p:sp>
    </p:spTree>
    <p:extLst>
      <p:ext uri="{BB962C8B-B14F-4D97-AF65-F5344CB8AC3E}">
        <p14:creationId xmlns:p14="http://schemas.microsoft.com/office/powerpoint/2010/main" val="3288492919"/>
      </p:ext>
    </p:extLst>
  </p:cSld>
  <p:clrMapOvr>
    <a:masterClrMapping/>
  </p:clrMapOvr>
  <p:transition spd="med"/>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sz="3200" dirty="0" smtClean="0"/>
              <a:t>Обработка на грешки</a:t>
            </a:r>
            <a:endParaRPr lang="en-US" sz="3200" dirty="0"/>
          </a:p>
        </p:txBody>
      </p:sp>
      <p:sp>
        <p:nvSpPr>
          <p:cNvPr id="3" name="Text Placeholder 2"/>
          <p:cNvSpPr>
            <a:spLocks noGrp="1"/>
          </p:cNvSpPr>
          <p:nvPr>
            <p:ph type="body" sz="quarter" idx="10"/>
          </p:nvPr>
        </p:nvSpPr>
        <p:spPr>
          <a:xfrm>
            <a:off x="324000" y="1296365"/>
            <a:ext cx="8494713" cy="5112184"/>
          </a:xfrm>
        </p:spPr>
        <p:txBody>
          <a:bodyPr/>
          <a:lstStyle/>
          <a:p>
            <a:pPr marL="342900" indent="-342900">
              <a:buFont typeface="Wingdings" panose="05000000000000000000" pitchFamily="2" charset="2"/>
              <a:buChar char="q"/>
            </a:pPr>
            <a:endParaRPr lang="en-US" sz="2400" b="0" dirty="0" smtClean="0"/>
          </a:p>
          <a:p>
            <a:pPr marL="342900" indent="-342900">
              <a:buFont typeface="Wingdings" panose="05000000000000000000" pitchFamily="2" charset="2"/>
              <a:buChar char="q"/>
            </a:pPr>
            <a:r>
              <a:rPr lang="bg-BG" sz="2400" b="0" dirty="0" smtClean="0"/>
              <a:t>Грешки по време на </a:t>
            </a:r>
            <a:r>
              <a:rPr lang="en-US" sz="2400" b="0" dirty="0" smtClean="0"/>
              <a:t>parse</a:t>
            </a:r>
            <a:r>
              <a:rPr lang="bg-BG" sz="2400" b="0" dirty="0" smtClean="0"/>
              <a:t>-</a:t>
            </a:r>
            <a:r>
              <a:rPr lang="bg-BG" sz="2400" b="0" dirty="0" err="1" smtClean="0"/>
              <a:t>ване</a:t>
            </a:r>
            <a:r>
              <a:rPr lang="bg-BG" sz="2400" b="0" dirty="0" smtClean="0"/>
              <a:t>:</a:t>
            </a:r>
            <a:endParaRPr lang="bg-BG" sz="2400" b="0" dirty="0"/>
          </a:p>
          <a:p>
            <a:pPr marL="702900" lvl="3" indent="-342900">
              <a:buFont typeface="Wingdings" panose="05000000000000000000" pitchFamily="2" charset="2"/>
              <a:buChar char="q"/>
            </a:pPr>
            <a:r>
              <a:rPr lang="en-US" sz="2000" dirty="0" smtClean="0"/>
              <a:t>Warnings, Errors, Fatal errors</a:t>
            </a:r>
            <a:endParaRPr lang="bg-BG" sz="2000" dirty="0"/>
          </a:p>
          <a:p>
            <a:pPr marL="702900" lvl="3" indent="-342900">
              <a:buFont typeface="Wingdings" panose="05000000000000000000" pitchFamily="2" charset="2"/>
              <a:buChar char="q"/>
            </a:pPr>
            <a:r>
              <a:rPr lang="bg-BG" sz="2000" dirty="0" smtClean="0"/>
              <a:t>Хвърля се </a:t>
            </a:r>
            <a:r>
              <a:rPr lang="en-US" sz="2000" b="1" dirty="0" err="1" smtClean="0">
                <a:latin typeface="Consolas" panose="020B0609020204030204" pitchFamily="49" charset="0"/>
              </a:rPr>
              <a:t>SAXParseException</a:t>
            </a:r>
            <a:endParaRPr lang="bg-BG" sz="2000" b="1" dirty="0" smtClean="0">
              <a:latin typeface="Consolas" panose="020B0609020204030204" pitchFamily="49" charset="0"/>
            </a:endParaRPr>
          </a:p>
          <a:p>
            <a:pPr marL="342900" lvl="1" indent="-342900">
              <a:buFont typeface="Wingdings" panose="05000000000000000000" pitchFamily="2" charset="2"/>
              <a:buChar char="q"/>
            </a:pPr>
            <a:r>
              <a:rPr lang="bg-BG" sz="2400" dirty="0" smtClean="0"/>
              <a:t>Имплементира се </a:t>
            </a:r>
            <a:r>
              <a:rPr lang="en-US" sz="2400" b="1" dirty="0" err="1">
                <a:solidFill>
                  <a:srgbClr val="000000"/>
                </a:solidFill>
                <a:latin typeface="Consolas"/>
              </a:rPr>
              <a:t>org.xml.sax.ErrorHandler</a:t>
            </a:r>
            <a:r>
              <a:rPr lang="en-US" sz="2400" dirty="0" smtClean="0"/>
              <a:t> </a:t>
            </a:r>
            <a:r>
              <a:rPr lang="bg-BG" sz="2400" dirty="0" smtClean="0"/>
              <a:t>интерфейс</a:t>
            </a:r>
            <a:endParaRPr lang="en-US" sz="2400" dirty="0" smtClean="0"/>
          </a:p>
          <a:p>
            <a:pPr marL="342900" lvl="1" indent="-342900">
              <a:buFont typeface="Wingdings" panose="05000000000000000000" pitchFamily="2" charset="2"/>
              <a:buChar char="q"/>
            </a:pPr>
            <a:r>
              <a:rPr lang="en-US" sz="2400" dirty="0" smtClean="0"/>
              <a:t>Callback </a:t>
            </a:r>
            <a:r>
              <a:rPr lang="bg-BG" sz="2400" dirty="0" smtClean="0"/>
              <a:t>методи </a:t>
            </a:r>
            <a:r>
              <a:rPr lang="en-US" sz="2400" b="1" dirty="0" smtClean="0">
                <a:latin typeface="Consolas" panose="020B0609020204030204" pitchFamily="49" charset="0"/>
                <a:cs typeface="Consolas" panose="020B0609020204030204" pitchFamily="49" charset="0"/>
              </a:rPr>
              <a:t>warning, error, </a:t>
            </a:r>
            <a:r>
              <a:rPr lang="en-US" sz="2400" b="1" dirty="0" err="1" smtClean="0">
                <a:latin typeface="Consolas" panose="020B0609020204030204" pitchFamily="49" charset="0"/>
                <a:cs typeface="Consolas" panose="020B0609020204030204" pitchFamily="49" charset="0"/>
              </a:rPr>
              <a:t>fatalError</a:t>
            </a:r>
            <a:r>
              <a:rPr lang="en-US" sz="2400" dirty="0" smtClean="0"/>
              <a:t>, </a:t>
            </a:r>
            <a:r>
              <a:rPr lang="bg-BG" sz="2400" dirty="0" smtClean="0"/>
              <a:t>които получават конкретния </a:t>
            </a:r>
            <a:r>
              <a:rPr lang="en-US" sz="2400" dirty="0" smtClean="0"/>
              <a:t>exception</a:t>
            </a:r>
            <a:endParaRPr lang="bg-BG" sz="2400" dirty="0" smtClean="0"/>
          </a:p>
        </p:txBody>
      </p:sp>
    </p:spTree>
    <p:extLst>
      <p:ext uri="{BB962C8B-B14F-4D97-AF65-F5344CB8AC3E}">
        <p14:creationId xmlns:p14="http://schemas.microsoft.com/office/powerpoint/2010/main" val="426382898"/>
      </p:ext>
    </p:extLst>
  </p:cSld>
  <p:clrMapOvr>
    <a:masterClrMapping/>
  </p:clrMapOvr>
  <p:transition spd="med"/>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sz="3200" dirty="0" smtClean="0"/>
              <a:t>Инициализация на </a:t>
            </a:r>
            <a:r>
              <a:rPr lang="en-US" sz="3200" dirty="0" smtClean="0"/>
              <a:t>parser</a:t>
            </a:r>
            <a:r>
              <a:rPr lang="bg-BG" sz="3200" dirty="0" smtClean="0"/>
              <a:t>-а</a:t>
            </a:r>
            <a:r>
              <a:rPr lang="en-US" sz="3200" dirty="0" smtClean="0"/>
              <a:t> </a:t>
            </a:r>
            <a:r>
              <a:rPr lang="bg-BG" sz="3200" dirty="0" smtClean="0"/>
              <a:t>с </a:t>
            </a:r>
            <a:r>
              <a:rPr lang="en-US" sz="3200" dirty="0" smtClean="0"/>
              <a:t>error handler</a:t>
            </a:r>
            <a:endParaRPr lang="en-US" sz="3200" dirty="0"/>
          </a:p>
        </p:txBody>
      </p:sp>
      <p:sp>
        <p:nvSpPr>
          <p:cNvPr id="3" name="Text Placeholder 2"/>
          <p:cNvSpPr>
            <a:spLocks noGrp="1"/>
          </p:cNvSpPr>
          <p:nvPr>
            <p:ph type="body" sz="quarter" idx="10"/>
          </p:nvPr>
        </p:nvSpPr>
        <p:spPr>
          <a:xfrm>
            <a:off x="324000" y="1296365"/>
            <a:ext cx="8494713" cy="5112184"/>
          </a:xfrm>
        </p:spPr>
        <p:txBody>
          <a:bodyPr/>
          <a:lstStyle/>
          <a:p>
            <a:pPr marL="342900" indent="-342900">
              <a:buFont typeface="Wingdings" panose="05000000000000000000" pitchFamily="2" charset="2"/>
              <a:buChar char="q"/>
            </a:pPr>
            <a:endParaRPr lang="en-US" sz="2400" b="0" dirty="0" smtClean="0"/>
          </a:p>
          <a:p>
            <a:pPr marL="342900" lvl="1" indent="-342900">
              <a:buFont typeface="Wingdings" panose="05000000000000000000" pitchFamily="2" charset="2"/>
              <a:buChar char="q"/>
            </a:pPr>
            <a:r>
              <a:rPr lang="en-US" sz="2400" dirty="0" err="1" smtClean="0"/>
              <a:t>XMLReader</a:t>
            </a:r>
            <a:r>
              <a:rPr lang="en-US" sz="2400" dirty="0" smtClean="0"/>
              <a:t> </a:t>
            </a:r>
            <a:r>
              <a:rPr lang="bg-BG" sz="2400" dirty="0" smtClean="0"/>
              <a:t>влиза в играта:</a:t>
            </a:r>
          </a:p>
          <a:p>
            <a:r>
              <a:rPr lang="bg-BG" dirty="0" smtClean="0">
                <a:solidFill>
                  <a:srgbClr val="000000"/>
                </a:solidFill>
                <a:latin typeface="Consolas"/>
              </a:rPr>
              <a:t>  </a:t>
            </a:r>
            <a:r>
              <a:rPr lang="en-US" dirty="0" smtClean="0">
                <a:solidFill>
                  <a:srgbClr val="3F7F5F"/>
                </a:solidFill>
                <a:latin typeface="Consolas"/>
              </a:rPr>
              <a:t>// </a:t>
            </a:r>
            <a:r>
              <a:rPr lang="en-US" dirty="0">
                <a:solidFill>
                  <a:srgbClr val="3F7F5F"/>
                </a:solidFill>
                <a:latin typeface="Consolas"/>
              </a:rPr>
              <a:t>Same as without </a:t>
            </a:r>
            <a:r>
              <a:rPr lang="en-US" dirty="0" err="1" smtClean="0">
                <a:solidFill>
                  <a:srgbClr val="3F7F5F"/>
                </a:solidFill>
                <a:latin typeface="Consolas"/>
              </a:rPr>
              <a:t>XMLReader</a:t>
            </a:r>
            <a:r>
              <a:rPr lang="bg-BG" dirty="0" smtClean="0">
                <a:solidFill>
                  <a:srgbClr val="3F7F5F"/>
                </a:solidFill>
                <a:latin typeface="Consolas"/>
              </a:rPr>
              <a:t/>
            </a:r>
            <a:br>
              <a:rPr lang="bg-BG" dirty="0" smtClean="0">
                <a:solidFill>
                  <a:srgbClr val="3F7F5F"/>
                </a:solidFill>
                <a:latin typeface="Consolas"/>
              </a:rPr>
            </a:br>
            <a:r>
              <a:rPr lang="bg-BG" dirty="0" smtClean="0">
                <a:solidFill>
                  <a:srgbClr val="3F7F5F"/>
                </a:solidFill>
                <a:latin typeface="Consolas"/>
              </a:rPr>
              <a:t>  </a:t>
            </a:r>
            <a:r>
              <a:rPr lang="en-US" dirty="0" err="1" smtClean="0">
                <a:solidFill>
                  <a:srgbClr val="000000"/>
                </a:solidFill>
                <a:latin typeface="Consolas"/>
              </a:rPr>
              <a:t>SAXParserFactory</a:t>
            </a:r>
            <a:r>
              <a:rPr lang="en-US" dirty="0" smtClean="0">
                <a:solidFill>
                  <a:srgbClr val="000000"/>
                </a:solidFill>
                <a:latin typeface="Consolas"/>
              </a:rPr>
              <a:t> </a:t>
            </a:r>
            <a:r>
              <a:rPr lang="en-US" dirty="0" err="1">
                <a:solidFill>
                  <a:srgbClr val="6A3E3E"/>
                </a:solidFill>
                <a:latin typeface="Consolas"/>
              </a:rPr>
              <a:t>parserFactory</a:t>
            </a:r>
            <a:r>
              <a:rPr lang="en-US" dirty="0">
                <a:solidFill>
                  <a:srgbClr val="000000"/>
                </a:solidFill>
                <a:latin typeface="Consolas"/>
              </a:rPr>
              <a:t> = </a:t>
            </a:r>
            <a:r>
              <a:rPr lang="en-US" dirty="0" err="1">
                <a:solidFill>
                  <a:srgbClr val="000000"/>
                </a:solidFill>
                <a:latin typeface="Consolas"/>
              </a:rPr>
              <a:t>SAXParserFactory.</a:t>
            </a:r>
            <a:r>
              <a:rPr lang="en-US" i="1" dirty="0" err="1">
                <a:solidFill>
                  <a:srgbClr val="000000"/>
                </a:solidFill>
                <a:latin typeface="Consolas"/>
              </a:rPr>
              <a:t>newInstance</a:t>
            </a:r>
            <a:r>
              <a:rPr lang="en-US" i="1" dirty="0">
                <a:solidFill>
                  <a:srgbClr val="000000"/>
                </a:solidFill>
                <a:latin typeface="Consolas"/>
              </a:rPr>
              <a:t>();</a:t>
            </a:r>
            <a:r>
              <a:rPr lang="en-US" dirty="0" smtClean="0">
                <a:solidFill>
                  <a:srgbClr val="000000"/>
                </a:solidFill>
                <a:latin typeface="Consolas"/>
              </a:rPr>
              <a:t> </a:t>
            </a:r>
            <a:r>
              <a:rPr lang="bg-BG" dirty="0" smtClean="0">
                <a:solidFill>
                  <a:srgbClr val="000000"/>
                </a:solidFill>
                <a:latin typeface="Consolas"/>
              </a:rPr>
              <a:t/>
            </a:r>
            <a:br>
              <a:rPr lang="bg-BG" dirty="0" smtClean="0">
                <a:solidFill>
                  <a:srgbClr val="000000"/>
                </a:solidFill>
                <a:latin typeface="Consolas"/>
              </a:rPr>
            </a:br>
            <a:r>
              <a:rPr lang="en-US" dirty="0">
                <a:solidFill>
                  <a:srgbClr val="000000"/>
                </a:solidFill>
                <a:latin typeface="Consolas"/>
              </a:rPr>
              <a:t> </a:t>
            </a:r>
            <a:r>
              <a:rPr lang="bg-BG" dirty="0" smtClean="0">
                <a:solidFill>
                  <a:srgbClr val="000000"/>
                </a:solidFill>
                <a:latin typeface="Consolas"/>
              </a:rPr>
              <a:t> </a:t>
            </a:r>
            <a:r>
              <a:rPr lang="en-US" dirty="0" err="1" smtClean="0">
                <a:solidFill>
                  <a:srgbClr val="000000"/>
                </a:solidFill>
                <a:latin typeface="Consolas"/>
              </a:rPr>
              <a:t>StudentsHandler</a:t>
            </a:r>
            <a:r>
              <a:rPr lang="en-US" dirty="0" smtClean="0">
                <a:solidFill>
                  <a:srgbClr val="000000"/>
                </a:solidFill>
                <a:latin typeface="Consolas"/>
              </a:rPr>
              <a:t> </a:t>
            </a:r>
            <a:r>
              <a:rPr lang="en-US" dirty="0" err="1">
                <a:solidFill>
                  <a:srgbClr val="6A3E3E"/>
                </a:solidFill>
                <a:latin typeface="Consolas"/>
              </a:rPr>
              <a:t>studentsHandler</a:t>
            </a:r>
            <a:r>
              <a:rPr lang="en-US" dirty="0">
                <a:solidFill>
                  <a:srgbClr val="000000"/>
                </a:solidFill>
                <a:latin typeface="Consolas"/>
              </a:rPr>
              <a:t> = </a:t>
            </a:r>
            <a:r>
              <a:rPr lang="en-US" dirty="0">
                <a:solidFill>
                  <a:srgbClr val="7F0055"/>
                </a:solidFill>
                <a:latin typeface="Consolas"/>
              </a:rPr>
              <a:t>new</a:t>
            </a:r>
            <a:r>
              <a:rPr lang="en-US" dirty="0">
                <a:solidFill>
                  <a:srgbClr val="000000"/>
                </a:solidFill>
                <a:latin typeface="Consolas"/>
              </a:rPr>
              <a:t> </a:t>
            </a:r>
            <a:r>
              <a:rPr lang="en-US" dirty="0" err="1">
                <a:solidFill>
                  <a:srgbClr val="000000"/>
                </a:solidFill>
                <a:latin typeface="Consolas"/>
              </a:rPr>
              <a:t>StudentsHandler</a:t>
            </a:r>
            <a:r>
              <a:rPr lang="en-US" dirty="0">
                <a:solidFill>
                  <a:srgbClr val="000000"/>
                </a:solidFill>
                <a:latin typeface="Consolas"/>
              </a:rPr>
              <a:t>();</a:t>
            </a:r>
          </a:p>
          <a:p>
            <a:pPr>
              <a:spcBef>
                <a:spcPts val="0"/>
              </a:spcBef>
            </a:pPr>
            <a:r>
              <a:rPr lang="bg-BG" dirty="0" smtClean="0">
                <a:solidFill>
                  <a:srgbClr val="000000"/>
                </a:solidFill>
                <a:latin typeface="Consolas"/>
              </a:rPr>
              <a:t>  </a:t>
            </a:r>
            <a:r>
              <a:rPr lang="en-US" dirty="0" err="1" smtClean="0">
                <a:solidFill>
                  <a:srgbClr val="000000"/>
                </a:solidFill>
                <a:latin typeface="Consolas"/>
              </a:rPr>
              <a:t>SAXParser</a:t>
            </a:r>
            <a:r>
              <a:rPr lang="en-US" dirty="0" smtClean="0">
                <a:solidFill>
                  <a:srgbClr val="000000"/>
                </a:solidFill>
                <a:latin typeface="Consolas"/>
              </a:rPr>
              <a:t> </a:t>
            </a:r>
            <a:r>
              <a:rPr lang="en-US" dirty="0" smtClean="0">
                <a:solidFill>
                  <a:srgbClr val="6A3E3E"/>
                </a:solidFill>
                <a:latin typeface="Consolas"/>
              </a:rPr>
              <a:t>parser</a:t>
            </a:r>
            <a:r>
              <a:rPr lang="en-US" dirty="0" smtClean="0">
                <a:solidFill>
                  <a:srgbClr val="000000"/>
                </a:solidFill>
                <a:latin typeface="Consolas"/>
              </a:rPr>
              <a:t> = </a:t>
            </a:r>
            <a:r>
              <a:rPr lang="en-US" dirty="0" err="1" smtClean="0">
                <a:solidFill>
                  <a:srgbClr val="6A3E3E"/>
                </a:solidFill>
                <a:latin typeface="Consolas"/>
              </a:rPr>
              <a:t>parserFactory</a:t>
            </a:r>
            <a:r>
              <a:rPr lang="en-US" dirty="0" err="1" smtClean="0">
                <a:solidFill>
                  <a:srgbClr val="000000"/>
                </a:solidFill>
                <a:latin typeface="Consolas"/>
              </a:rPr>
              <a:t>.newSAXParser</a:t>
            </a:r>
            <a:r>
              <a:rPr lang="en-US" dirty="0" smtClean="0">
                <a:solidFill>
                  <a:srgbClr val="000000"/>
                </a:solidFill>
                <a:latin typeface="Consolas"/>
              </a:rPr>
              <a:t>();</a:t>
            </a:r>
          </a:p>
          <a:p>
            <a:r>
              <a:rPr lang="bg-BG" dirty="0" smtClean="0">
                <a:solidFill>
                  <a:srgbClr val="000000"/>
                </a:solidFill>
                <a:latin typeface="Consolas"/>
              </a:rPr>
              <a:t> </a:t>
            </a:r>
            <a:r>
              <a:rPr lang="en-US" dirty="0" smtClean="0">
                <a:solidFill>
                  <a:srgbClr val="000000"/>
                </a:solidFill>
                <a:latin typeface="Consolas"/>
              </a:rPr>
              <a:t> </a:t>
            </a:r>
            <a:r>
              <a:rPr lang="en-US" dirty="0">
                <a:solidFill>
                  <a:srgbClr val="3F7F5F"/>
                </a:solidFill>
                <a:latin typeface="Consolas"/>
              </a:rPr>
              <a:t>// Ask the reader to do the job</a:t>
            </a:r>
            <a:r>
              <a:rPr lang="en-US" dirty="0" smtClean="0">
                <a:solidFill>
                  <a:srgbClr val="3F7F5F"/>
                </a:solidFill>
                <a:latin typeface="Consolas"/>
              </a:rPr>
              <a:t>, not </a:t>
            </a:r>
            <a:r>
              <a:rPr lang="en-US" dirty="0">
                <a:solidFill>
                  <a:srgbClr val="3F7F5F"/>
                </a:solidFill>
                <a:latin typeface="Consolas"/>
              </a:rPr>
              <a:t>the </a:t>
            </a:r>
            <a:r>
              <a:rPr lang="en-US" dirty="0" smtClean="0">
                <a:solidFill>
                  <a:srgbClr val="3F7F5F"/>
                </a:solidFill>
                <a:latin typeface="Consolas"/>
              </a:rPr>
              <a:t>parser</a:t>
            </a:r>
            <a:r>
              <a:rPr lang="bg-BG" dirty="0" smtClean="0">
                <a:solidFill>
                  <a:srgbClr val="3F7F5F"/>
                </a:solidFill>
                <a:latin typeface="Consolas"/>
              </a:rPr>
              <a:t/>
            </a:r>
            <a:br>
              <a:rPr lang="bg-BG" dirty="0" smtClean="0">
                <a:solidFill>
                  <a:srgbClr val="3F7F5F"/>
                </a:solidFill>
                <a:latin typeface="Consolas"/>
              </a:rPr>
            </a:br>
            <a:r>
              <a:rPr lang="en-US" dirty="0" smtClean="0">
                <a:solidFill>
                  <a:srgbClr val="000000"/>
                </a:solidFill>
                <a:latin typeface="Consolas"/>
              </a:rPr>
              <a:t> </a:t>
            </a:r>
            <a:r>
              <a:rPr lang="bg-BG" dirty="0" smtClean="0">
                <a:solidFill>
                  <a:srgbClr val="000000"/>
                </a:solidFill>
                <a:latin typeface="Consolas"/>
              </a:rPr>
              <a:t> </a:t>
            </a:r>
            <a:r>
              <a:rPr lang="en-US" dirty="0" err="1" smtClean="0">
                <a:solidFill>
                  <a:srgbClr val="000000"/>
                </a:solidFill>
                <a:latin typeface="Consolas"/>
              </a:rPr>
              <a:t>XMLReader</a:t>
            </a:r>
            <a:r>
              <a:rPr lang="en-US" dirty="0" smtClean="0">
                <a:solidFill>
                  <a:srgbClr val="000000"/>
                </a:solidFill>
                <a:latin typeface="Consolas"/>
              </a:rPr>
              <a:t> </a:t>
            </a:r>
            <a:r>
              <a:rPr lang="en-US" dirty="0" smtClean="0">
                <a:solidFill>
                  <a:srgbClr val="6A3E3E"/>
                </a:solidFill>
                <a:latin typeface="Consolas"/>
              </a:rPr>
              <a:t>reader</a:t>
            </a:r>
            <a:r>
              <a:rPr lang="en-US" dirty="0" smtClean="0">
                <a:solidFill>
                  <a:srgbClr val="000000"/>
                </a:solidFill>
                <a:latin typeface="Consolas"/>
              </a:rPr>
              <a:t> = </a:t>
            </a:r>
            <a:r>
              <a:rPr lang="en-US" dirty="0" err="1" smtClean="0">
                <a:solidFill>
                  <a:srgbClr val="6A3E3E"/>
                </a:solidFill>
                <a:latin typeface="Consolas"/>
              </a:rPr>
              <a:t>parser</a:t>
            </a:r>
            <a:r>
              <a:rPr lang="en-US" dirty="0" err="1" smtClean="0">
                <a:solidFill>
                  <a:srgbClr val="000000"/>
                </a:solidFill>
                <a:latin typeface="Consolas"/>
              </a:rPr>
              <a:t>.getXMLReader</a:t>
            </a:r>
            <a:r>
              <a:rPr lang="en-US" dirty="0" smtClean="0">
                <a:solidFill>
                  <a:srgbClr val="000000"/>
                </a:solidFill>
                <a:latin typeface="Consolas"/>
              </a:rPr>
              <a:t>();</a:t>
            </a:r>
          </a:p>
          <a:p>
            <a:pPr>
              <a:spcBef>
                <a:spcPts val="0"/>
              </a:spcBef>
            </a:pPr>
            <a:r>
              <a:rPr lang="en-US" dirty="0" smtClean="0">
                <a:solidFill>
                  <a:srgbClr val="000000"/>
                </a:solidFill>
                <a:latin typeface="Consolas"/>
              </a:rPr>
              <a:t> </a:t>
            </a:r>
            <a:r>
              <a:rPr lang="bg-BG" dirty="0" smtClean="0">
                <a:solidFill>
                  <a:srgbClr val="000000"/>
                </a:solidFill>
                <a:latin typeface="Consolas"/>
              </a:rPr>
              <a:t> </a:t>
            </a:r>
            <a:r>
              <a:rPr lang="en-US" dirty="0" err="1" smtClean="0">
                <a:solidFill>
                  <a:srgbClr val="6A3E3E"/>
                </a:solidFill>
                <a:latin typeface="Consolas"/>
              </a:rPr>
              <a:t>reader</a:t>
            </a:r>
            <a:r>
              <a:rPr lang="en-US" dirty="0" err="1" smtClean="0">
                <a:solidFill>
                  <a:srgbClr val="000000"/>
                </a:solidFill>
                <a:latin typeface="Consolas"/>
              </a:rPr>
              <a:t>.setErrorHandler</a:t>
            </a:r>
            <a:r>
              <a:rPr lang="en-US" dirty="0" smtClean="0">
                <a:solidFill>
                  <a:srgbClr val="000000"/>
                </a:solidFill>
                <a:latin typeface="Consolas"/>
              </a:rPr>
              <a:t>(</a:t>
            </a:r>
            <a:r>
              <a:rPr lang="en-US" dirty="0" smtClean="0">
                <a:solidFill>
                  <a:srgbClr val="7F0055"/>
                </a:solidFill>
                <a:latin typeface="Consolas"/>
              </a:rPr>
              <a:t>new</a:t>
            </a:r>
            <a:r>
              <a:rPr lang="en-US" dirty="0" smtClean="0">
                <a:solidFill>
                  <a:srgbClr val="000000"/>
                </a:solidFill>
                <a:latin typeface="Consolas"/>
              </a:rPr>
              <a:t> </a:t>
            </a:r>
            <a:r>
              <a:rPr lang="en-US" dirty="0" err="1">
                <a:solidFill>
                  <a:srgbClr val="000000"/>
                </a:solidFill>
                <a:latin typeface="Consolas"/>
              </a:rPr>
              <a:t>StudentParserErrorHandler</a:t>
            </a:r>
            <a:r>
              <a:rPr lang="en-US" dirty="0">
                <a:solidFill>
                  <a:srgbClr val="000000"/>
                </a:solidFill>
                <a:latin typeface="Consolas"/>
              </a:rPr>
              <a:t>());</a:t>
            </a:r>
          </a:p>
          <a:p>
            <a:pPr>
              <a:spcBef>
                <a:spcPts val="0"/>
              </a:spcBef>
            </a:pPr>
            <a:r>
              <a:rPr lang="en-US" dirty="0">
                <a:solidFill>
                  <a:srgbClr val="000000"/>
                </a:solidFill>
                <a:latin typeface="Consolas"/>
              </a:rPr>
              <a:t> </a:t>
            </a:r>
            <a:r>
              <a:rPr lang="bg-BG" dirty="0" smtClean="0">
                <a:solidFill>
                  <a:srgbClr val="000000"/>
                </a:solidFill>
                <a:latin typeface="Consolas"/>
              </a:rPr>
              <a:t> </a:t>
            </a:r>
            <a:r>
              <a:rPr lang="en-US" dirty="0" err="1" smtClean="0">
                <a:solidFill>
                  <a:srgbClr val="6A3E3E"/>
                </a:solidFill>
                <a:latin typeface="Consolas"/>
              </a:rPr>
              <a:t>reader</a:t>
            </a:r>
            <a:r>
              <a:rPr lang="en-US" dirty="0" err="1" smtClean="0">
                <a:solidFill>
                  <a:srgbClr val="000000"/>
                </a:solidFill>
                <a:latin typeface="Consolas"/>
              </a:rPr>
              <a:t>.setContentHandler</a:t>
            </a:r>
            <a:r>
              <a:rPr lang="en-US" dirty="0" smtClean="0">
                <a:solidFill>
                  <a:srgbClr val="000000"/>
                </a:solidFill>
                <a:latin typeface="Consolas"/>
              </a:rPr>
              <a:t>(</a:t>
            </a:r>
            <a:r>
              <a:rPr lang="en-US" dirty="0" err="1" smtClean="0">
                <a:solidFill>
                  <a:srgbClr val="6A3E3E"/>
                </a:solidFill>
                <a:latin typeface="Consolas"/>
              </a:rPr>
              <a:t>studentsHandler</a:t>
            </a:r>
            <a:r>
              <a:rPr lang="en-US" dirty="0">
                <a:solidFill>
                  <a:srgbClr val="000000"/>
                </a:solidFill>
                <a:latin typeface="Consolas"/>
              </a:rPr>
              <a:t>);</a:t>
            </a:r>
          </a:p>
          <a:p>
            <a:pPr>
              <a:spcBef>
                <a:spcPts val="0"/>
              </a:spcBef>
            </a:pPr>
            <a:r>
              <a:rPr lang="en-US" dirty="0">
                <a:solidFill>
                  <a:srgbClr val="000000"/>
                </a:solidFill>
                <a:latin typeface="Consolas"/>
              </a:rPr>
              <a:t> </a:t>
            </a:r>
            <a:r>
              <a:rPr lang="bg-BG" dirty="0" smtClean="0">
                <a:solidFill>
                  <a:srgbClr val="000000"/>
                </a:solidFill>
                <a:latin typeface="Consolas"/>
              </a:rPr>
              <a:t> </a:t>
            </a:r>
            <a:r>
              <a:rPr lang="en-US" dirty="0" err="1" smtClean="0">
                <a:solidFill>
                  <a:srgbClr val="6A3E3E"/>
                </a:solidFill>
                <a:latin typeface="Consolas"/>
              </a:rPr>
              <a:t>reader</a:t>
            </a:r>
            <a:r>
              <a:rPr lang="en-US" dirty="0" err="1" smtClean="0">
                <a:solidFill>
                  <a:srgbClr val="000000"/>
                </a:solidFill>
                <a:latin typeface="Consolas"/>
              </a:rPr>
              <a:t>.parse</a:t>
            </a:r>
            <a:r>
              <a:rPr lang="en-US" dirty="0" smtClean="0">
                <a:solidFill>
                  <a:srgbClr val="000000"/>
                </a:solidFill>
                <a:latin typeface="Consolas"/>
              </a:rPr>
              <a:t>(</a:t>
            </a:r>
            <a:r>
              <a:rPr lang="en-US" dirty="0" smtClean="0">
                <a:solidFill>
                  <a:srgbClr val="7F0055"/>
                </a:solidFill>
                <a:latin typeface="Consolas"/>
              </a:rPr>
              <a:t>new</a:t>
            </a:r>
            <a:r>
              <a:rPr lang="en-US" dirty="0" smtClean="0">
                <a:solidFill>
                  <a:srgbClr val="000000"/>
                </a:solidFill>
                <a:latin typeface="Consolas"/>
              </a:rPr>
              <a:t> </a:t>
            </a:r>
            <a:r>
              <a:rPr lang="en-US" dirty="0" err="1">
                <a:solidFill>
                  <a:srgbClr val="000000"/>
                </a:solidFill>
                <a:latin typeface="Consolas"/>
              </a:rPr>
              <a:t>InputSource</a:t>
            </a:r>
            <a:r>
              <a:rPr lang="en-US" dirty="0" smtClean="0">
                <a:solidFill>
                  <a:srgbClr val="000000"/>
                </a:solidFill>
                <a:latin typeface="Consolas"/>
              </a:rPr>
              <a:t>(</a:t>
            </a:r>
            <a:r>
              <a:rPr lang="bg-BG" dirty="0" smtClean="0">
                <a:solidFill>
                  <a:srgbClr val="000000"/>
                </a:solidFill>
                <a:latin typeface="Consolas"/>
              </a:rPr>
              <a:t/>
            </a:r>
            <a:br>
              <a:rPr lang="bg-BG" dirty="0" smtClean="0">
                <a:solidFill>
                  <a:srgbClr val="000000"/>
                </a:solidFill>
                <a:latin typeface="Consolas"/>
              </a:rPr>
            </a:br>
            <a:r>
              <a:rPr lang="bg-BG" dirty="0" smtClean="0">
                <a:solidFill>
                  <a:srgbClr val="000000"/>
                </a:solidFill>
                <a:latin typeface="Consolas"/>
              </a:rPr>
              <a:t>      </a:t>
            </a:r>
            <a:r>
              <a:rPr lang="en-US" dirty="0" err="1" smtClean="0">
                <a:solidFill>
                  <a:srgbClr val="000000"/>
                </a:solidFill>
                <a:latin typeface="Consolas"/>
              </a:rPr>
              <a:t>ClassLoader.</a:t>
            </a:r>
            <a:r>
              <a:rPr lang="en-US" i="1" dirty="0" err="1" smtClean="0">
                <a:solidFill>
                  <a:srgbClr val="000000"/>
                </a:solidFill>
                <a:latin typeface="Consolas"/>
              </a:rPr>
              <a:t>getSystemResourceAsStream</a:t>
            </a:r>
            <a:r>
              <a:rPr lang="en-US" i="1" dirty="0" smtClean="0">
                <a:solidFill>
                  <a:srgbClr val="000000"/>
                </a:solidFill>
                <a:latin typeface="Consolas"/>
              </a:rPr>
              <a:t>(</a:t>
            </a:r>
            <a:r>
              <a:rPr lang="en-US" i="1" dirty="0" smtClean="0">
                <a:solidFill>
                  <a:srgbClr val="2A00FF"/>
                </a:solidFill>
                <a:latin typeface="Consolas"/>
              </a:rPr>
              <a:t>"students.xml</a:t>
            </a:r>
            <a:r>
              <a:rPr lang="en-US" i="1" dirty="0">
                <a:solidFill>
                  <a:srgbClr val="2A00FF"/>
                </a:solidFill>
                <a:latin typeface="Consolas"/>
              </a:rPr>
              <a:t>"</a:t>
            </a:r>
            <a:r>
              <a:rPr lang="en-US" i="1" dirty="0">
                <a:solidFill>
                  <a:srgbClr val="000000"/>
                </a:solidFill>
                <a:latin typeface="Consolas"/>
              </a:rPr>
              <a:t>)));</a:t>
            </a:r>
            <a:endParaRPr lang="en-US" sz="2400" dirty="0" smtClean="0"/>
          </a:p>
        </p:txBody>
      </p:sp>
    </p:spTree>
    <p:extLst>
      <p:ext uri="{BB962C8B-B14F-4D97-AF65-F5344CB8AC3E}">
        <p14:creationId xmlns:p14="http://schemas.microsoft.com/office/powerpoint/2010/main" val="3505433353"/>
      </p:ext>
    </p:extLst>
  </p:cSld>
  <p:clrMapOvr>
    <a:masterClrMapping/>
  </p:clrMapOvr>
  <p:transition spd="med"/>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sz="3200" dirty="0" smtClean="0"/>
              <a:t>Въведение в </a:t>
            </a:r>
            <a:r>
              <a:rPr lang="en-US" sz="3200" dirty="0" err="1" smtClean="0"/>
              <a:t>StAX</a:t>
            </a:r>
            <a:endParaRPr lang="en-US" sz="3200" dirty="0"/>
          </a:p>
        </p:txBody>
      </p:sp>
      <p:sp>
        <p:nvSpPr>
          <p:cNvPr id="3" name="Text Placeholder 2"/>
          <p:cNvSpPr>
            <a:spLocks noGrp="1"/>
          </p:cNvSpPr>
          <p:nvPr>
            <p:ph type="body" sz="quarter" idx="10"/>
          </p:nvPr>
        </p:nvSpPr>
        <p:spPr>
          <a:xfrm>
            <a:off x="324000" y="1296365"/>
            <a:ext cx="8494713" cy="4785348"/>
          </a:xfrm>
        </p:spPr>
        <p:txBody>
          <a:bodyPr/>
          <a:lstStyle/>
          <a:p>
            <a:pPr marL="342900" indent="-342900">
              <a:buFont typeface="Wingdings" panose="05000000000000000000" pitchFamily="2" charset="2"/>
              <a:buChar char="q"/>
            </a:pPr>
            <a:endParaRPr lang="bg-BG" sz="2400" dirty="0" smtClean="0"/>
          </a:p>
          <a:p>
            <a:pPr marL="342900" indent="-342900">
              <a:buFont typeface="Wingdings" panose="05000000000000000000" pitchFamily="2" charset="2"/>
              <a:buChar char="q"/>
            </a:pPr>
            <a:r>
              <a:rPr lang="en-US" sz="2400" dirty="0" smtClean="0"/>
              <a:t>St</a:t>
            </a:r>
            <a:r>
              <a:rPr lang="en-US" sz="2400" b="0" dirty="0" smtClean="0"/>
              <a:t>reaming </a:t>
            </a:r>
            <a:r>
              <a:rPr lang="en-US" sz="2400" dirty="0" smtClean="0"/>
              <a:t>A</a:t>
            </a:r>
            <a:r>
              <a:rPr lang="en-US" sz="2400" b="0" dirty="0" smtClean="0"/>
              <a:t>PI for </a:t>
            </a:r>
            <a:r>
              <a:rPr lang="en-US" sz="2400" dirty="0" smtClean="0"/>
              <a:t>X</a:t>
            </a:r>
            <a:r>
              <a:rPr lang="en-US" sz="2400" b="0" dirty="0" smtClean="0"/>
              <a:t>ML</a:t>
            </a:r>
          </a:p>
          <a:p>
            <a:pPr marL="342900" indent="-342900">
              <a:buFont typeface="Wingdings" panose="05000000000000000000" pitchFamily="2" charset="2"/>
              <a:buChar char="q"/>
            </a:pPr>
            <a:r>
              <a:rPr lang="bg-BG" sz="2400" b="0" dirty="0" smtClean="0"/>
              <a:t>Предоставя </a:t>
            </a:r>
            <a:r>
              <a:rPr lang="en-US" sz="2400" b="0" dirty="0" smtClean="0"/>
              <a:t>iterator-</a:t>
            </a:r>
            <a:r>
              <a:rPr lang="bg-BG" sz="2400" b="0" dirty="0" smtClean="0"/>
              <a:t>базирано </a:t>
            </a:r>
            <a:r>
              <a:rPr lang="en-US" sz="2400" b="0" dirty="0" smtClean="0"/>
              <a:t>API</a:t>
            </a:r>
          </a:p>
          <a:p>
            <a:pPr marL="342900" indent="-342900">
              <a:buFont typeface="Wingdings" panose="05000000000000000000" pitchFamily="2" charset="2"/>
              <a:buChar char="q"/>
            </a:pPr>
            <a:r>
              <a:rPr lang="bg-BG" sz="2400" b="0" dirty="0" smtClean="0"/>
              <a:t>Също като </a:t>
            </a:r>
            <a:r>
              <a:rPr lang="en-US" sz="2400" b="0" dirty="0" smtClean="0"/>
              <a:t>SAX</a:t>
            </a:r>
            <a:r>
              <a:rPr lang="bg-BG" sz="2400" b="0" dirty="0" smtClean="0"/>
              <a:t> е базиран на </a:t>
            </a:r>
            <a:r>
              <a:rPr lang="en-US" sz="2400" b="0" dirty="0" smtClean="0"/>
              <a:t>event</a:t>
            </a:r>
            <a:r>
              <a:rPr lang="bg-BG" sz="2400" b="0" dirty="0" smtClean="0"/>
              <a:t>-и</a:t>
            </a:r>
          </a:p>
          <a:p>
            <a:pPr marL="702900" lvl="3" indent="-342900">
              <a:buFont typeface="Wingdings" panose="05000000000000000000" pitchFamily="2" charset="2"/>
              <a:buChar char="q"/>
            </a:pPr>
            <a:r>
              <a:rPr lang="bg-BG" sz="2000" dirty="0" smtClean="0"/>
              <a:t>Програмистът поисква събитията</a:t>
            </a:r>
          </a:p>
          <a:p>
            <a:pPr marL="702900" lvl="3" indent="-342900">
              <a:buFont typeface="Wingdings" panose="05000000000000000000" pitchFamily="2" charset="2"/>
              <a:buChar char="q"/>
            </a:pPr>
            <a:r>
              <a:rPr lang="en-US" sz="2000" dirty="0" smtClean="0"/>
              <a:t>Pull based</a:t>
            </a:r>
            <a:endParaRPr lang="en-US" sz="2000" b="0" dirty="0" smtClean="0"/>
          </a:p>
          <a:p>
            <a:pPr marL="342900" indent="-342900">
              <a:buFont typeface="Wingdings" panose="05000000000000000000" pitchFamily="2" charset="2"/>
              <a:buChar char="q"/>
            </a:pPr>
            <a:r>
              <a:rPr lang="bg-BG" sz="2400" b="0" dirty="0" smtClean="0"/>
              <a:t>Бърз и използва ефективно паметта</a:t>
            </a:r>
          </a:p>
          <a:p>
            <a:pPr marL="342900" indent="-342900">
              <a:buFont typeface="Wingdings" panose="05000000000000000000" pitchFamily="2" charset="2"/>
              <a:buChar char="q"/>
            </a:pPr>
            <a:r>
              <a:rPr lang="bg-BG" sz="2400" b="0" dirty="0" smtClean="0"/>
              <a:t>По-лесен за програмиране от </a:t>
            </a:r>
            <a:r>
              <a:rPr lang="en-US" sz="2400" b="0" dirty="0" smtClean="0"/>
              <a:t>SAX</a:t>
            </a:r>
            <a:endParaRPr lang="bg-BG" sz="2400" b="0" dirty="0" smtClean="0"/>
          </a:p>
          <a:p>
            <a:endParaRPr lang="en-US" sz="2400" b="0" dirty="0"/>
          </a:p>
        </p:txBody>
      </p:sp>
    </p:spTree>
    <p:extLst>
      <p:ext uri="{BB962C8B-B14F-4D97-AF65-F5344CB8AC3E}">
        <p14:creationId xmlns:p14="http://schemas.microsoft.com/office/powerpoint/2010/main" val="241466274"/>
      </p:ext>
    </p:extLst>
  </p:cSld>
  <p:clrMapOvr>
    <a:masterClrMapping/>
  </p:clrMapOvr>
  <p:transition spd="med"/>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sz="3200" dirty="0" smtClean="0"/>
              <a:t>Сравнение с </a:t>
            </a:r>
            <a:r>
              <a:rPr lang="en-US" sz="3200" dirty="0" smtClean="0"/>
              <a:t>DOM </a:t>
            </a:r>
            <a:r>
              <a:rPr lang="bg-BG" sz="3200" dirty="0" smtClean="0"/>
              <a:t>и </a:t>
            </a:r>
            <a:r>
              <a:rPr lang="en-US" sz="3200" dirty="0" smtClean="0"/>
              <a:t>SAX</a:t>
            </a:r>
            <a:endParaRPr lang="en-US" sz="3200" dirty="0"/>
          </a:p>
        </p:txBody>
      </p:sp>
      <p:sp>
        <p:nvSpPr>
          <p:cNvPr id="3" name="Text Placeholder 2"/>
          <p:cNvSpPr>
            <a:spLocks noGrp="1"/>
          </p:cNvSpPr>
          <p:nvPr>
            <p:ph type="body" sz="quarter" idx="10"/>
          </p:nvPr>
        </p:nvSpPr>
        <p:spPr>
          <a:xfrm>
            <a:off x="324000" y="1296365"/>
            <a:ext cx="8494713" cy="4785348"/>
          </a:xfrm>
        </p:spPr>
        <p:txBody>
          <a:bodyPr/>
          <a:lstStyle/>
          <a:p>
            <a:pPr marL="342900" indent="-342900">
              <a:buFont typeface="Wingdings" panose="05000000000000000000" pitchFamily="2" charset="2"/>
              <a:buChar char="q"/>
            </a:pPr>
            <a:r>
              <a:rPr lang="en-US" sz="2400" b="0" dirty="0" smtClean="0"/>
              <a:t>DOM </a:t>
            </a:r>
            <a:r>
              <a:rPr lang="bg-BG" sz="2400" b="0" dirty="0" smtClean="0"/>
              <a:t>зарежда модела в паметта</a:t>
            </a:r>
          </a:p>
          <a:p>
            <a:pPr marL="702900" lvl="3" indent="-342900">
              <a:buFont typeface="Wingdings" panose="05000000000000000000" pitchFamily="2" charset="2"/>
              <a:buChar char="q"/>
            </a:pPr>
            <a:r>
              <a:rPr lang="bg-BG" sz="2000" b="0" dirty="0" smtClean="0"/>
              <a:t>позволява по-голяма гъвкавост</a:t>
            </a:r>
          </a:p>
          <a:p>
            <a:pPr marL="702900" lvl="3" indent="-342900">
              <a:buFont typeface="Wingdings" panose="05000000000000000000" pitchFamily="2" charset="2"/>
              <a:buChar char="q"/>
            </a:pPr>
            <a:r>
              <a:rPr lang="bg-BG" sz="2000" dirty="0" smtClean="0"/>
              <a:t>пригоден за по-малки документи</a:t>
            </a:r>
            <a:endParaRPr lang="bg-BG" sz="2000" b="0" dirty="0" smtClean="0"/>
          </a:p>
          <a:p>
            <a:pPr marL="342900" indent="-342900">
              <a:buFont typeface="Wingdings" panose="05000000000000000000" pitchFamily="2" charset="2"/>
              <a:buChar char="q"/>
            </a:pPr>
            <a:r>
              <a:rPr lang="en-US" sz="2400" b="0" dirty="0" err="1" smtClean="0"/>
              <a:t>StAX</a:t>
            </a:r>
            <a:r>
              <a:rPr lang="en-US" sz="2400" b="0" dirty="0" smtClean="0"/>
              <a:t> </a:t>
            </a:r>
            <a:r>
              <a:rPr lang="bg-BG" sz="2400" b="0" dirty="0" smtClean="0"/>
              <a:t>използва </a:t>
            </a:r>
            <a:r>
              <a:rPr lang="en-US" sz="2400" dirty="0" smtClean="0"/>
              <a:t>streaming</a:t>
            </a:r>
            <a:r>
              <a:rPr lang="en-US" sz="2400" b="0" dirty="0" smtClean="0"/>
              <a:t> </a:t>
            </a:r>
            <a:r>
              <a:rPr lang="bg-BG" sz="2400" b="0" dirty="0" smtClean="0"/>
              <a:t>модел</a:t>
            </a:r>
          </a:p>
          <a:p>
            <a:pPr marL="702900" lvl="3" indent="-342900">
              <a:buFont typeface="Wingdings" panose="05000000000000000000" pitchFamily="2" charset="2"/>
              <a:buChar char="q"/>
            </a:pPr>
            <a:r>
              <a:rPr lang="bg-BG" sz="2000" dirty="0" smtClean="0"/>
              <a:t>парчета </a:t>
            </a:r>
            <a:r>
              <a:rPr lang="en-US" sz="2000" dirty="0" smtClean="0"/>
              <a:t>XML </a:t>
            </a:r>
            <a:r>
              <a:rPr lang="bg-BG" sz="2000" dirty="0" smtClean="0"/>
              <a:t>се обработват последователно</a:t>
            </a:r>
          </a:p>
          <a:p>
            <a:pPr marL="702900" lvl="3" indent="-342900">
              <a:buFont typeface="Wingdings" panose="05000000000000000000" pitchFamily="2" charset="2"/>
              <a:buChar char="q"/>
            </a:pPr>
            <a:r>
              <a:rPr lang="bg-BG" sz="2000" b="0" dirty="0" smtClean="0"/>
              <a:t>обработката става веднага и паметта се освобождава</a:t>
            </a:r>
            <a:endParaRPr lang="en-US" sz="2000" b="0" dirty="0" smtClean="0"/>
          </a:p>
          <a:p>
            <a:pPr marL="342900" indent="-342900">
              <a:buFont typeface="Wingdings" panose="05000000000000000000" pitchFamily="2" charset="2"/>
              <a:buChar char="q"/>
            </a:pPr>
            <a:r>
              <a:rPr lang="en-US" sz="2400" b="0" dirty="0" smtClean="0"/>
              <a:t>SAX </a:t>
            </a:r>
            <a:r>
              <a:rPr lang="bg-BG" sz="2400" b="0" dirty="0" smtClean="0"/>
              <a:t>е </a:t>
            </a:r>
            <a:r>
              <a:rPr lang="en-US" sz="2400" dirty="0" smtClean="0"/>
              <a:t>push</a:t>
            </a:r>
            <a:r>
              <a:rPr lang="en-US" sz="2400" b="0" dirty="0" smtClean="0"/>
              <a:t> parser</a:t>
            </a:r>
            <a:endParaRPr lang="bg-BG" sz="2400" b="0" dirty="0" smtClean="0"/>
          </a:p>
          <a:p>
            <a:pPr marL="702900" lvl="3" indent="-342900">
              <a:buFont typeface="Wingdings" panose="05000000000000000000" pitchFamily="2" charset="2"/>
              <a:buChar char="q"/>
            </a:pPr>
            <a:r>
              <a:rPr lang="bg-BG" sz="2000" dirty="0" smtClean="0"/>
              <a:t>изпраща </a:t>
            </a:r>
            <a:r>
              <a:rPr lang="en-US" sz="2000" dirty="0" smtClean="0"/>
              <a:t>XML</a:t>
            </a:r>
            <a:r>
              <a:rPr lang="bg-BG" sz="2000" dirty="0" smtClean="0"/>
              <a:t> данните на клиента при настъпване на дадено събитие</a:t>
            </a:r>
            <a:endParaRPr lang="en-US" sz="2000" b="0" dirty="0" smtClean="0"/>
          </a:p>
          <a:p>
            <a:pPr marL="342900" indent="-342900">
              <a:buFont typeface="Wingdings" panose="05000000000000000000" pitchFamily="2" charset="2"/>
              <a:buChar char="q"/>
            </a:pPr>
            <a:r>
              <a:rPr lang="en-US" sz="2400" b="0" dirty="0" err="1" smtClean="0"/>
              <a:t>StAX</a:t>
            </a:r>
            <a:r>
              <a:rPr lang="en-US" sz="2400" b="0" dirty="0" smtClean="0"/>
              <a:t> </a:t>
            </a:r>
            <a:r>
              <a:rPr lang="bg-BG" sz="2400" b="0" dirty="0" smtClean="0"/>
              <a:t>е </a:t>
            </a:r>
            <a:r>
              <a:rPr lang="en-US" sz="2400" dirty="0" smtClean="0"/>
              <a:t>pull</a:t>
            </a:r>
            <a:r>
              <a:rPr lang="en-US" sz="2400" b="0" dirty="0" smtClean="0"/>
              <a:t> parser</a:t>
            </a:r>
          </a:p>
          <a:p>
            <a:pPr marL="702900" lvl="3" indent="-342900">
              <a:buFont typeface="Wingdings" panose="05000000000000000000" pitchFamily="2" charset="2"/>
              <a:buChar char="q"/>
            </a:pPr>
            <a:r>
              <a:rPr lang="bg-BG" sz="2000" dirty="0" smtClean="0"/>
              <a:t>клиентът извлича </a:t>
            </a:r>
            <a:r>
              <a:rPr lang="en-US" sz="2000" dirty="0" smtClean="0"/>
              <a:t>XML </a:t>
            </a:r>
            <a:r>
              <a:rPr lang="bg-BG" sz="2000" dirty="0" smtClean="0"/>
              <a:t>данните, когато му потрябват</a:t>
            </a:r>
          </a:p>
          <a:p>
            <a:pPr marL="702900" lvl="3" indent="-342900">
              <a:buFont typeface="Wingdings" panose="05000000000000000000" pitchFamily="2" charset="2"/>
              <a:buChar char="q"/>
            </a:pPr>
            <a:r>
              <a:rPr lang="bg-BG" sz="2000" b="0" dirty="0" smtClean="0"/>
              <a:t>излишните елементи могат да бъдат игнорирани</a:t>
            </a:r>
            <a:endParaRPr lang="en-US" sz="2400" b="0" dirty="0"/>
          </a:p>
        </p:txBody>
      </p:sp>
    </p:spTree>
    <p:extLst>
      <p:ext uri="{BB962C8B-B14F-4D97-AF65-F5344CB8AC3E}">
        <p14:creationId xmlns:p14="http://schemas.microsoft.com/office/powerpoint/2010/main" val="1440026247"/>
      </p:ext>
    </p:extLst>
  </p:cSld>
  <p:clrMapOvr>
    <a:masterClrMapping/>
  </p:clrMapOvr>
  <p:transition spd="med"/>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smtClean="0"/>
              <a:t>Parse</a:t>
            </a:r>
            <a:r>
              <a:rPr lang="bg-BG" sz="3200" dirty="0" smtClean="0"/>
              <a:t>-</a:t>
            </a:r>
            <a:r>
              <a:rPr lang="bg-BG" sz="3200" dirty="0" err="1" smtClean="0"/>
              <a:t>ване</a:t>
            </a:r>
            <a:r>
              <a:rPr lang="bg-BG" sz="3200" dirty="0" smtClean="0"/>
              <a:t> на </a:t>
            </a:r>
            <a:r>
              <a:rPr lang="en-US" sz="3200" dirty="0" smtClean="0"/>
              <a:t>XML </a:t>
            </a:r>
            <a:r>
              <a:rPr lang="bg-BG" sz="3200" dirty="0" smtClean="0"/>
              <a:t>със </a:t>
            </a:r>
            <a:r>
              <a:rPr lang="en-US" sz="3200" dirty="0" err="1" smtClean="0"/>
              <a:t>StAX</a:t>
            </a:r>
            <a:endParaRPr lang="en-US" sz="3200" dirty="0"/>
          </a:p>
        </p:txBody>
      </p:sp>
      <p:sp>
        <p:nvSpPr>
          <p:cNvPr id="3" name="Text Placeholder 2"/>
          <p:cNvSpPr>
            <a:spLocks noGrp="1"/>
          </p:cNvSpPr>
          <p:nvPr>
            <p:ph type="body" sz="quarter" idx="10"/>
          </p:nvPr>
        </p:nvSpPr>
        <p:spPr>
          <a:xfrm>
            <a:off x="324000" y="1296365"/>
            <a:ext cx="8494713" cy="4785348"/>
          </a:xfrm>
        </p:spPr>
        <p:txBody>
          <a:bodyPr/>
          <a:lstStyle/>
          <a:p>
            <a:pPr marL="342900" indent="-342900">
              <a:buFont typeface="Wingdings" panose="05000000000000000000" pitchFamily="2" charset="2"/>
              <a:buChar char="q"/>
            </a:pPr>
            <a:r>
              <a:rPr lang="bg-BG" sz="2400" b="0" dirty="0" smtClean="0"/>
              <a:t>Инициализиране на </a:t>
            </a:r>
            <a:r>
              <a:rPr lang="en-US" sz="2400" b="0" dirty="0" smtClean="0"/>
              <a:t>input factory</a:t>
            </a:r>
          </a:p>
          <a:p>
            <a:pPr marL="342900" indent="-342900">
              <a:buFont typeface="Wingdings" panose="05000000000000000000" pitchFamily="2" charset="2"/>
              <a:buChar char="q"/>
            </a:pPr>
            <a:r>
              <a:rPr lang="bg-BG" sz="2400" b="0" dirty="0" smtClean="0"/>
              <a:t>Обхождане на </a:t>
            </a:r>
            <a:r>
              <a:rPr lang="en-US" sz="2400" b="0" dirty="0" smtClean="0"/>
              <a:t>XML</a:t>
            </a:r>
          </a:p>
          <a:p>
            <a:pPr marL="342900" indent="-342900">
              <a:buFont typeface="Wingdings" panose="05000000000000000000" pitchFamily="2" charset="2"/>
              <a:buChar char="q"/>
            </a:pPr>
            <a:r>
              <a:rPr lang="en-US" sz="2400" b="0" dirty="0" smtClean="0"/>
              <a:t>Cursor API:</a:t>
            </a:r>
          </a:p>
          <a:p>
            <a:pPr marL="702900" lvl="3" indent="-342900">
              <a:buFont typeface="Wingdings" panose="05000000000000000000" pitchFamily="2" charset="2"/>
              <a:buChar char="q"/>
            </a:pPr>
            <a:r>
              <a:rPr lang="bg-BG" sz="2000" dirty="0" smtClean="0"/>
              <a:t>Използва </a:t>
            </a:r>
            <a:r>
              <a:rPr lang="en-US" sz="2000" b="1" dirty="0" err="1" smtClean="0">
                <a:latin typeface="Consolas" panose="020B0609020204030204" pitchFamily="49" charset="0"/>
                <a:cs typeface="Consolas" panose="020B0609020204030204" pitchFamily="49" charset="0"/>
              </a:rPr>
              <a:t>XMLStreamReader</a:t>
            </a:r>
            <a:endParaRPr lang="en-US" sz="2000" b="1" dirty="0" smtClean="0">
              <a:latin typeface="Consolas" panose="020B0609020204030204" pitchFamily="49" charset="0"/>
              <a:cs typeface="Consolas" panose="020B0609020204030204" pitchFamily="49" charset="0"/>
            </a:endParaRPr>
          </a:p>
          <a:p>
            <a:pPr marL="702900" lvl="3" indent="-342900">
              <a:buFont typeface="Wingdings" panose="05000000000000000000" pitchFamily="2" charset="2"/>
              <a:buChar char="q"/>
            </a:pPr>
            <a:r>
              <a:rPr lang="bg-BG" sz="2000" dirty="0" smtClean="0"/>
              <a:t>Извличане на необходимите данни от </a:t>
            </a:r>
            <a:r>
              <a:rPr lang="en-US" sz="2000" dirty="0" smtClean="0"/>
              <a:t>stream</a:t>
            </a:r>
            <a:r>
              <a:rPr lang="bg-BG" sz="2000" dirty="0" smtClean="0"/>
              <a:t>-а</a:t>
            </a:r>
          </a:p>
          <a:p>
            <a:pPr marL="342900" lvl="1" indent="-342900">
              <a:buFont typeface="Wingdings" panose="05000000000000000000" pitchFamily="2" charset="2"/>
              <a:buChar char="q"/>
            </a:pPr>
            <a:r>
              <a:rPr lang="en-US" sz="2400" dirty="0" smtClean="0"/>
              <a:t>Event API:</a:t>
            </a:r>
          </a:p>
          <a:p>
            <a:pPr marL="702900" lvl="3" indent="-342900">
              <a:buFont typeface="Wingdings" panose="05000000000000000000" pitchFamily="2" charset="2"/>
              <a:buChar char="q"/>
            </a:pPr>
            <a:r>
              <a:rPr lang="bg-BG" sz="2000" dirty="0" smtClean="0"/>
              <a:t>Използва </a:t>
            </a:r>
            <a:r>
              <a:rPr lang="en-US" sz="2000" b="1" dirty="0" err="1" smtClean="0">
                <a:latin typeface="Consolas" panose="020B0609020204030204" pitchFamily="49" charset="0"/>
                <a:cs typeface="Consolas" panose="020B0609020204030204" pitchFamily="49" charset="0"/>
              </a:rPr>
              <a:t>XMLEventReader</a:t>
            </a:r>
            <a:endParaRPr lang="en-US" sz="2000" b="1" dirty="0" smtClean="0">
              <a:latin typeface="Consolas" panose="020B0609020204030204" pitchFamily="49" charset="0"/>
              <a:cs typeface="Consolas" panose="020B0609020204030204" pitchFamily="49" charset="0"/>
            </a:endParaRPr>
          </a:p>
          <a:p>
            <a:pPr marL="702900" lvl="3" indent="-342900">
              <a:buFont typeface="Wingdings" panose="05000000000000000000" pitchFamily="2" charset="2"/>
              <a:buChar char="q"/>
            </a:pPr>
            <a:r>
              <a:rPr lang="bg-BG" sz="2000" dirty="0" smtClean="0"/>
              <a:t>Създава </a:t>
            </a:r>
            <a:r>
              <a:rPr lang="en-US" sz="2000" b="1" dirty="0" err="1" smtClean="0">
                <a:latin typeface="Consolas" panose="020B0609020204030204" pitchFamily="49" charset="0"/>
                <a:cs typeface="Consolas" panose="020B0609020204030204" pitchFamily="49" charset="0"/>
              </a:rPr>
              <a:t>XMLEvent</a:t>
            </a:r>
            <a:r>
              <a:rPr lang="en-US" sz="2000" dirty="0" smtClean="0"/>
              <a:t> </a:t>
            </a:r>
            <a:r>
              <a:rPr lang="bg-BG" sz="2000" dirty="0" smtClean="0"/>
              <a:t>обекти, съответстващи на събития от </a:t>
            </a:r>
            <a:r>
              <a:rPr lang="en-US" sz="2000" dirty="0" smtClean="0"/>
              <a:t>XML stream</a:t>
            </a:r>
            <a:r>
              <a:rPr lang="bg-BG" sz="2000" dirty="0" smtClean="0"/>
              <a:t>-а</a:t>
            </a:r>
          </a:p>
          <a:p>
            <a:pPr marL="702900" lvl="3" indent="-342900">
              <a:buFont typeface="Wingdings" panose="05000000000000000000" pitchFamily="2" charset="2"/>
              <a:buChar char="q"/>
            </a:pPr>
            <a:r>
              <a:rPr lang="bg-BG" sz="2000" b="0" dirty="0" err="1" smtClean="0"/>
              <a:t>Преизползване</a:t>
            </a:r>
            <a:r>
              <a:rPr lang="bg-BG" sz="2000" b="0" dirty="0" smtClean="0"/>
              <a:t> на </a:t>
            </a:r>
            <a:r>
              <a:rPr lang="en-US" sz="2000" b="1" dirty="0" err="1" smtClean="0">
                <a:latin typeface="Consolas" panose="020B0609020204030204" pitchFamily="49" charset="0"/>
                <a:cs typeface="Consolas" panose="020B0609020204030204" pitchFamily="49" charset="0"/>
              </a:rPr>
              <a:t>XMLEvent</a:t>
            </a:r>
            <a:r>
              <a:rPr lang="bg-BG" sz="2000" b="0" dirty="0" smtClean="0"/>
              <a:t>-и</a:t>
            </a:r>
          </a:p>
          <a:p>
            <a:endParaRPr lang="en-US" sz="2400" b="0" dirty="0"/>
          </a:p>
        </p:txBody>
      </p:sp>
    </p:spTree>
    <p:extLst>
      <p:ext uri="{BB962C8B-B14F-4D97-AF65-F5344CB8AC3E}">
        <p14:creationId xmlns:p14="http://schemas.microsoft.com/office/powerpoint/2010/main" val="3041630900"/>
      </p:ext>
    </p:extLst>
  </p:cSld>
  <p:clrMapOvr>
    <a:masterClrMapping/>
  </p:clrMapOvr>
  <p:transition spd="med"/>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sz="3200" dirty="0" smtClean="0"/>
              <a:t>Зареждане на </a:t>
            </a:r>
            <a:r>
              <a:rPr lang="en-US" sz="3200" dirty="0" smtClean="0"/>
              <a:t>stream</a:t>
            </a:r>
            <a:r>
              <a:rPr lang="bg-BG" sz="3200" dirty="0" smtClean="0"/>
              <a:t>-а</a:t>
            </a:r>
            <a:endParaRPr lang="en-US" sz="3200" dirty="0"/>
          </a:p>
        </p:txBody>
      </p:sp>
      <p:sp>
        <p:nvSpPr>
          <p:cNvPr id="3" name="Text Placeholder 2"/>
          <p:cNvSpPr>
            <a:spLocks noGrp="1"/>
          </p:cNvSpPr>
          <p:nvPr>
            <p:ph type="body" sz="quarter" idx="10"/>
          </p:nvPr>
        </p:nvSpPr>
        <p:spPr>
          <a:xfrm>
            <a:off x="324000" y="1296365"/>
            <a:ext cx="8494713" cy="4785348"/>
          </a:xfrm>
        </p:spPr>
        <p:txBody>
          <a:bodyPr/>
          <a:lstStyle/>
          <a:p>
            <a:pPr marL="342900" indent="-342900">
              <a:buFont typeface="Wingdings" panose="05000000000000000000" pitchFamily="2" charset="2"/>
              <a:buChar char="q"/>
            </a:pPr>
            <a:r>
              <a:rPr lang="bg-BG" sz="2400" b="0" dirty="0" smtClean="0"/>
              <a:t>Инициализиране на </a:t>
            </a:r>
            <a:r>
              <a:rPr lang="en-US" sz="2400" dirty="0" err="1">
                <a:solidFill>
                  <a:srgbClr val="000000"/>
                </a:solidFill>
                <a:latin typeface="Consolas"/>
              </a:rPr>
              <a:t>javax.xml.stream.XMLInputFactory</a:t>
            </a:r>
            <a:endParaRPr lang="en-US" sz="2400" b="0" dirty="0" smtClean="0"/>
          </a:p>
          <a:p>
            <a:r>
              <a:rPr lang="bg-BG" sz="2000" dirty="0" smtClean="0">
                <a:solidFill>
                  <a:srgbClr val="000000"/>
                </a:solidFill>
                <a:latin typeface="Consolas"/>
              </a:rPr>
              <a:t>    </a:t>
            </a:r>
            <a:r>
              <a:rPr lang="en-US" sz="2000" dirty="0" err="1">
                <a:solidFill>
                  <a:srgbClr val="000000"/>
                </a:solidFill>
                <a:latin typeface="Consolas"/>
              </a:rPr>
              <a:t>XMLInputFactory</a:t>
            </a:r>
            <a:r>
              <a:rPr lang="en-US" sz="2000" dirty="0">
                <a:solidFill>
                  <a:srgbClr val="000000"/>
                </a:solidFill>
                <a:latin typeface="Consolas"/>
              </a:rPr>
              <a:t> </a:t>
            </a:r>
            <a:r>
              <a:rPr lang="en-US" sz="2000" dirty="0">
                <a:solidFill>
                  <a:srgbClr val="6A3E3E"/>
                </a:solidFill>
                <a:latin typeface="Consolas"/>
              </a:rPr>
              <a:t>factory</a:t>
            </a:r>
            <a:r>
              <a:rPr lang="en-US" sz="2000" dirty="0">
                <a:solidFill>
                  <a:srgbClr val="000000"/>
                </a:solidFill>
                <a:latin typeface="Consolas"/>
              </a:rPr>
              <a:t> = </a:t>
            </a:r>
            <a:r>
              <a:rPr lang="en-US" sz="2000" dirty="0" err="1">
                <a:solidFill>
                  <a:srgbClr val="000000"/>
                </a:solidFill>
                <a:latin typeface="Consolas"/>
              </a:rPr>
              <a:t>XMLInputFactory.</a:t>
            </a:r>
            <a:r>
              <a:rPr lang="en-US" sz="2000" i="1" dirty="0" err="1">
                <a:solidFill>
                  <a:srgbClr val="000000"/>
                </a:solidFill>
                <a:latin typeface="Consolas"/>
              </a:rPr>
              <a:t>newInstance</a:t>
            </a:r>
            <a:r>
              <a:rPr lang="en-US" sz="2000" i="1" dirty="0">
                <a:solidFill>
                  <a:srgbClr val="000000"/>
                </a:solidFill>
                <a:latin typeface="Consolas"/>
              </a:rPr>
              <a:t>();</a:t>
            </a:r>
            <a:endParaRPr lang="bg-BG" sz="2800" b="0" dirty="0" smtClean="0"/>
          </a:p>
          <a:p>
            <a:pPr marL="342900" indent="-342900">
              <a:buFont typeface="Wingdings" panose="05000000000000000000" pitchFamily="2" charset="2"/>
              <a:buChar char="q"/>
            </a:pPr>
            <a:r>
              <a:rPr lang="bg-BG" sz="2400" b="0" dirty="0" smtClean="0"/>
              <a:t>Избор на </a:t>
            </a:r>
            <a:r>
              <a:rPr lang="en-US" sz="2400" b="0" dirty="0" smtClean="0"/>
              <a:t>Cursor API</a:t>
            </a:r>
          </a:p>
          <a:p>
            <a:r>
              <a:rPr lang="en-US" sz="2000" dirty="0" smtClean="0">
                <a:solidFill>
                  <a:srgbClr val="000000"/>
                </a:solidFill>
                <a:latin typeface="Consolas"/>
              </a:rPr>
              <a:t>  </a:t>
            </a:r>
            <a:r>
              <a:rPr lang="en-US" sz="2000" dirty="0" err="1" smtClean="0">
                <a:solidFill>
                  <a:srgbClr val="000000"/>
                </a:solidFill>
                <a:latin typeface="Consolas"/>
              </a:rPr>
              <a:t>XMLStreamReader</a:t>
            </a:r>
            <a:r>
              <a:rPr lang="en-US" sz="2000" dirty="0" smtClean="0">
                <a:solidFill>
                  <a:srgbClr val="000000"/>
                </a:solidFill>
                <a:latin typeface="Consolas"/>
              </a:rPr>
              <a:t> </a:t>
            </a:r>
            <a:r>
              <a:rPr lang="en-US" sz="2000" dirty="0">
                <a:solidFill>
                  <a:srgbClr val="6A3E3E"/>
                </a:solidFill>
                <a:latin typeface="Consolas"/>
              </a:rPr>
              <a:t>reader</a:t>
            </a:r>
            <a:r>
              <a:rPr lang="en-US" sz="2000" dirty="0">
                <a:solidFill>
                  <a:srgbClr val="000000"/>
                </a:solidFill>
                <a:latin typeface="Consolas"/>
              </a:rPr>
              <a:t> = </a:t>
            </a:r>
            <a:r>
              <a:rPr lang="en-US" sz="2000" dirty="0" err="1">
                <a:solidFill>
                  <a:srgbClr val="6A3E3E"/>
                </a:solidFill>
                <a:latin typeface="Consolas"/>
              </a:rPr>
              <a:t>factory</a:t>
            </a:r>
            <a:r>
              <a:rPr lang="en-US" sz="2000" dirty="0" err="1">
                <a:solidFill>
                  <a:srgbClr val="000000"/>
                </a:solidFill>
                <a:latin typeface="Consolas"/>
              </a:rPr>
              <a:t>.createXMLStreamReader</a:t>
            </a:r>
            <a:r>
              <a:rPr lang="en-US" sz="2000" dirty="0" smtClean="0">
                <a:solidFill>
                  <a:srgbClr val="000000"/>
                </a:solidFill>
                <a:latin typeface="Consolas"/>
              </a:rPr>
              <a:t>(</a:t>
            </a:r>
            <a:br>
              <a:rPr lang="en-US" sz="2000" dirty="0" smtClean="0">
                <a:solidFill>
                  <a:srgbClr val="000000"/>
                </a:solidFill>
                <a:latin typeface="Consolas"/>
              </a:rPr>
            </a:br>
            <a:r>
              <a:rPr lang="en-US" sz="2000" dirty="0" smtClean="0">
                <a:solidFill>
                  <a:srgbClr val="000000"/>
                </a:solidFill>
                <a:latin typeface="Consolas"/>
              </a:rPr>
              <a:t>      </a:t>
            </a:r>
            <a:r>
              <a:rPr lang="en-US" sz="2000" dirty="0" err="1" smtClean="0">
                <a:solidFill>
                  <a:srgbClr val="000000"/>
                </a:solidFill>
                <a:latin typeface="Consolas"/>
              </a:rPr>
              <a:t>ClassLoader.</a:t>
            </a:r>
            <a:r>
              <a:rPr lang="en-US" sz="2000" i="1" dirty="0" err="1" smtClean="0">
                <a:solidFill>
                  <a:srgbClr val="000000"/>
                </a:solidFill>
                <a:latin typeface="Consolas"/>
              </a:rPr>
              <a:t>getSystemResourceAsStream</a:t>
            </a:r>
            <a:r>
              <a:rPr lang="en-US" sz="2000" i="1" dirty="0">
                <a:solidFill>
                  <a:srgbClr val="000000"/>
                </a:solidFill>
                <a:latin typeface="Consolas"/>
              </a:rPr>
              <a:t>(</a:t>
            </a:r>
            <a:r>
              <a:rPr lang="en-US" sz="2000" i="1" dirty="0">
                <a:solidFill>
                  <a:srgbClr val="2A00FF"/>
                </a:solidFill>
                <a:latin typeface="Consolas"/>
              </a:rPr>
              <a:t>"student.xml"</a:t>
            </a:r>
            <a:r>
              <a:rPr lang="en-US" sz="2000" i="1" dirty="0">
                <a:solidFill>
                  <a:srgbClr val="000000"/>
                </a:solidFill>
                <a:latin typeface="Consolas"/>
              </a:rPr>
              <a:t>));</a:t>
            </a:r>
            <a:endParaRPr lang="bg-BG" sz="2000" i="1" dirty="0" smtClean="0">
              <a:solidFill>
                <a:srgbClr val="000000"/>
              </a:solidFill>
              <a:latin typeface="Consolas"/>
            </a:endParaRPr>
          </a:p>
          <a:p>
            <a:pPr marL="342900" indent="-342900">
              <a:buFont typeface="Wingdings" panose="05000000000000000000" pitchFamily="2" charset="2"/>
              <a:buChar char="q"/>
            </a:pPr>
            <a:r>
              <a:rPr lang="bg-BG" sz="2400" b="0" dirty="0" smtClean="0"/>
              <a:t>Инициализиране на помощните обекти</a:t>
            </a:r>
            <a:endParaRPr lang="en-US" sz="2400" b="0" dirty="0"/>
          </a:p>
          <a:p>
            <a:r>
              <a:rPr lang="en-US" sz="2000" dirty="0">
                <a:solidFill>
                  <a:srgbClr val="000000"/>
                </a:solidFill>
                <a:latin typeface="Consolas"/>
              </a:rPr>
              <a:t> </a:t>
            </a:r>
            <a:r>
              <a:rPr lang="bg-BG" sz="2000" dirty="0" smtClean="0">
                <a:solidFill>
                  <a:srgbClr val="000000"/>
                </a:solidFill>
                <a:latin typeface="Consolas"/>
              </a:rPr>
              <a:t>   </a:t>
            </a:r>
            <a:r>
              <a:rPr lang="en-US" sz="2000" dirty="0" smtClean="0">
                <a:solidFill>
                  <a:srgbClr val="000000"/>
                </a:solidFill>
                <a:latin typeface="Consolas"/>
              </a:rPr>
              <a:t>List&lt;Student</a:t>
            </a:r>
            <a:r>
              <a:rPr lang="en-US" sz="2000" dirty="0">
                <a:solidFill>
                  <a:srgbClr val="000000"/>
                </a:solidFill>
                <a:latin typeface="Consolas"/>
              </a:rPr>
              <a:t>&gt; </a:t>
            </a:r>
            <a:r>
              <a:rPr lang="en-US" sz="2000" dirty="0" err="1">
                <a:solidFill>
                  <a:srgbClr val="6A3E3E"/>
                </a:solidFill>
                <a:latin typeface="Consolas"/>
              </a:rPr>
              <a:t>allStudents</a:t>
            </a:r>
            <a:r>
              <a:rPr lang="en-US" sz="2000" dirty="0">
                <a:solidFill>
                  <a:srgbClr val="000000"/>
                </a:solidFill>
                <a:latin typeface="Consolas"/>
              </a:rPr>
              <a:t> = </a:t>
            </a:r>
            <a:r>
              <a:rPr lang="en-US" sz="2000" dirty="0">
                <a:solidFill>
                  <a:srgbClr val="7F0055"/>
                </a:solidFill>
                <a:latin typeface="Consolas"/>
              </a:rPr>
              <a:t>null</a:t>
            </a:r>
            <a:r>
              <a:rPr lang="en-US" sz="2000" dirty="0">
                <a:solidFill>
                  <a:srgbClr val="000000"/>
                </a:solidFill>
                <a:latin typeface="Consolas"/>
              </a:rPr>
              <a:t>;</a:t>
            </a:r>
          </a:p>
          <a:p>
            <a:pPr>
              <a:spcBef>
                <a:spcPts val="0"/>
              </a:spcBef>
            </a:pPr>
            <a:r>
              <a:rPr lang="en-US" sz="2000" dirty="0">
                <a:solidFill>
                  <a:srgbClr val="000000"/>
                </a:solidFill>
                <a:latin typeface="Consolas"/>
              </a:rPr>
              <a:t>    </a:t>
            </a:r>
            <a:r>
              <a:rPr lang="en-US" sz="2000" dirty="0" smtClean="0">
                <a:solidFill>
                  <a:srgbClr val="000000"/>
                </a:solidFill>
                <a:latin typeface="Consolas"/>
              </a:rPr>
              <a:t>Student </a:t>
            </a:r>
            <a:r>
              <a:rPr lang="en-US" sz="2000" dirty="0" err="1">
                <a:solidFill>
                  <a:srgbClr val="6A3E3E"/>
                </a:solidFill>
                <a:latin typeface="Consolas"/>
              </a:rPr>
              <a:t>currentStudent</a:t>
            </a:r>
            <a:r>
              <a:rPr lang="en-US" sz="2000" dirty="0">
                <a:solidFill>
                  <a:srgbClr val="000000"/>
                </a:solidFill>
                <a:latin typeface="Consolas"/>
              </a:rPr>
              <a:t> = </a:t>
            </a:r>
            <a:r>
              <a:rPr lang="en-US" sz="2000" dirty="0">
                <a:solidFill>
                  <a:srgbClr val="7F0055"/>
                </a:solidFill>
                <a:latin typeface="Consolas"/>
              </a:rPr>
              <a:t>null</a:t>
            </a:r>
            <a:r>
              <a:rPr lang="en-US" sz="2000" dirty="0">
                <a:solidFill>
                  <a:srgbClr val="000000"/>
                </a:solidFill>
                <a:latin typeface="Consolas"/>
              </a:rPr>
              <a:t>;</a:t>
            </a:r>
          </a:p>
          <a:p>
            <a:pPr>
              <a:spcBef>
                <a:spcPts val="0"/>
              </a:spcBef>
            </a:pPr>
            <a:r>
              <a:rPr lang="en-US" sz="2000" dirty="0">
                <a:solidFill>
                  <a:srgbClr val="000000"/>
                </a:solidFill>
                <a:latin typeface="Consolas"/>
              </a:rPr>
              <a:t>    </a:t>
            </a:r>
            <a:r>
              <a:rPr lang="en-US" sz="2000" dirty="0" smtClean="0">
                <a:solidFill>
                  <a:srgbClr val="000000"/>
                </a:solidFill>
                <a:latin typeface="Consolas"/>
              </a:rPr>
              <a:t>String </a:t>
            </a:r>
            <a:r>
              <a:rPr lang="en-US" sz="2000" dirty="0" err="1">
                <a:solidFill>
                  <a:srgbClr val="6A3E3E"/>
                </a:solidFill>
                <a:latin typeface="Consolas"/>
              </a:rPr>
              <a:t>tagContent</a:t>
            </a:r>
            <a:r>
              <a:rPr lang="en-US" sz="2000" dirty="0">
                <a:solidFill>
                  <a:srgbClr val="000000"/>
                </a:solidFill>
                <a:latin typeface="Consolas"/>
              </a:rPr>
              <a:t> = </a:t>
            </a:r>
            <a:r>
              <a:rPr lang="en-US" sz="2000" dirty="0">
                <a:solidFill>
                  <a:srgbClr val="7F0055"/>
                </a:solidFill>
                <a:latin typeface="Consolas"/>
              </a:rPr>
              <a:t>null</a:t>
            </a:r>
            <a:r>
              <a:rPr lang="en-US" sz="2000" dirty="0">
                <a:solidFill>
                  <a:srgbClr val="000000"/>
                </a:solidFill>
                <a:latin typeface="Consolas"/>
              </a:rPr>
              <a:t>;</a:t>
            </a:r>
            <a:endParaRPr lang="en-US" sz="2000" b="0" dirty="0"/>
          </a:p>
        </p:txBody>
      </p:sp>
    </p:spTree>
    <p:extLst>
      <p:ext uri="{BB962C8B-B14F-4D97-AF65-F5344CB8AC3E}">
        <p14:creationId xmlns:p14="http://schemas.microsoft.com/office/powerpoint/2010/main" val="3920804689"/>
      </p:ext>
    </p:extLst>
  </p:cSld>
  <p:clrMapOvr>
    <a:masterClrMapping/>
  </p:clrMapOvr>
  <p:transition spd="med"/>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sz="3200" dirty="0" smtClean="0"/>
              <a:t>Обхождане на </a:t>
            </a:r>
            <a:r>
              <a:rPr lang="en-US" sz="3200" dirty="0" smtClean="0"/>
              <a:t>stream</a:t>
            </a:r>
            <a:r>
              <a:rPr lang="bg-BG" sz="3200" dirty="0" smtClean="0"/>
              <a:t>-а</a:t>
            </a:r>
            <a:endParaRPr lang="en-US" sz="3200" dirty="0"/>
          </a:p>
        </p:txBody>
      </p:sp>
      <p:sp>
        <p:nvSpPr>
          <p:cNvPr id="3" name="Text Placeholder 2"/>
          <p:cNvSpPr>
            <a:spLocks noGrp="1"/>
          </p:cNvSpPr>
          <p:nvPr>
            <p:ph type="body" sz="quarter" idx="10"/>
          </p:nvPr>
        </p:nvSpPr>
        <p:spPr>
          <a:xfrm>
            <a:off x="324000" y="1296365"/>
            <a:ext cx="8494713" cy="4785348"/>
          </a:xfrm>
        </p:spPr>
        <p:txBody>
          <a:bodyPr/>
          <a:lstStyle/>
          <a:p>
            <a:pPr marL="342900" indent="-342900">
              <a:buFont typeface="Wingdings" panose="05000000000000000000" pitchFamily="2" charset="2"/>
              <a:buChar char="q"/>
            </a:pPr>
            <a:r>
              <a:rPr lang="en-US" sz="2400" b="0" dirty="0" smtClean="0"/>
              <a:t>API</a:t>
            </a:r>
            <a:r>
              <a:rPr lang="bg-BG" sz="2400" b="0" dirty="0" smtClean="0"/>
              <a:t> подобно на </a:t>
            </a:r>
            <a:r>
              <a:rPr lang="en-US" sz="2400" b="0" dirty="0" smtClean="0"/>
              <a:t>Iterator</a:t>
            </a:r>
          </a:p>
          <a:p>
            <a:pPr>
              <a:spcBef>
                <a:spcPts val="1600"/>
              </a:spcBef>
            </a:pPr>
            <a:r>
              <a:rPr lang="en-US" sz="2000" dirty="0" smtClean="0">
                <a:solidFill>
                  <a:srgbClr val="000000"/>
                </a:solidFill>
                <a:latin typeface="Consolas"/>
              </a:rPr>
              <a:t>        </a:t>
            </a:r>
            <a:r>
              <a:rPr lang="en-US" sz="2000" dirty="0" smtClean="0">
                <a:solidFill>
                  <a:srgbClr val="7F0055"/>
                </a:solidFill>
                <a:latin typeface="Consolas"/>
              </a:rPr>
              <a:t>while</a:t>
            </a:r>
            <a:r>
              <a:rPr lang="en-US" sz="2000" dirty="0" smtClean="0">
                <a:solidFill>
                  <a:srgbClr val="000000"/>
                </a:solidFill>
                <a:latin typeface="Consolas"/>
              </a:rPr>
              <a:t> </a:t>
            </a:r>
            <a:r>
              <a:rPr lang="en-US" sz="2000" dirty="0">
                <a:solidFill>
                  <a:srgbClr val="000000"/>
                </a:solidFill>
                <a:latin typeface="Consolas"/>
              </a:rPr>
              <a:t>(</a:t>
            </a:r>
            <a:r>
              <a:rPr lang="en-US" sz="2000" dirty="0" err="1">
                <a:solidFill>
                  <a:srgbClr val="6A3E3E"/>
                </a:solidFill>
                <a:latin typeface="Consolas"/>
              </a:rPr>
              <a:t>reader</a:t>
            </a:r>
            <a:r>
              <a:rPr lang="en-US" sz="2000" dirty="0" err="1">
                <a:solidFill>
                  <a:srgbClr val="000000"/>
                </a:solidFill>
                <a:latin typeface="Consolas"/>
              </a:rPr>
              <a:t>.hasNext</a:t>
            </a:r>
            <a:r>
              <a:rPr lang="en-US" sz="2000" dirty="0">
                <a:solidFill>
                  <a:srgbClr val="000000"/>
                </a:solidFill>
                <a:latin typeface="Consolas"/>
              </a:rPr>
              <a:t>()) {</a:t>
            </a:r>
          </a:p>
          <a:p>
            <a:pPr>
              <a:spcBef>
                <a:spcPts val="0"/>
              </a:spcBef>
            </a:pPr>
            <a:r>
              <a:rPr lang="en-US" sz="2000" dirty="0">
                <a:solidFill>
                  <a:srgbClr val="000000"/>
                </a:solidFill>
                <a:latin typeface="Consolas"/>
              </a:rPr>
              <a:t>            </a:t>
            </a:r>
            <a:r>
              <a:rPr lang="en-US" sz="2000" dirty="0" err="1">
                <a:solidFill>
                  <a:srgbClr val="7F0055"/>
                </a:solidFill>
                <a:latin typeface="Consolas"/>
              </a:rPr>
              <a:t>int</a:t>
            </a:r>
            <a:r>
              <a:rPr lang="en-US" sz="2000" dirty="0">
                <a:solidFill>
                  <a:srgbClr val="000000"/>
                </a:solidFill>
                <a:latin typeface="Consolas"/>
              </a:rPr>
              <a:t> </a:t>
            </a:r>
            <a:r>
              <a:rPr lang="en-US" sz="2000" dirty="0">
                <a:solidFill>
                  <a:srgbClr val="6A3E3E"/>
                </a:solidFill>
                <a:latin typeface="Consolas"/>
              </a:rPr>
              <a:t>event</a:t>
            </a:r>
            <a:r>
              <a:rPr lang="en-US" sz="2000" dirty="0">
                <a:solidFill>
                  <a:srgbClr val="000000"/>
                </a:solidFill>
                <a:latin typeface="Consolas"/>
              </a:rPr>
              <a:t> = </a:t>
            </a:r>
            <a:r>
              <a:rPr lang="en-US" sz="2000" dirty="0" err="1">
                <a:solidFill>
                  <a:srgbClr val="6A3E3E"/>
                </a:solidFill>
                <a:latin typeface="Consolas"/>
              </a:rPr>
              <a:t>reader</a:t>
            </a:r>
            <a:r>
              <a:rPr lang="en-US" sz="2000" dirty="0" err="1">
                <a:solidFill>
                  <a:srgbClr val="000000"/>
                </a:solidFill>
                <a:latin typeface="Consolas"/>
              </a:rPr>
              <a:t>.next</a:t>
            </a:r>
            <a:r>
              <a:rPr lang="en-US" sz="2000" dirty="0">
                <a:solidFill>
                  <a:srgbClr val="000000"/>
                </a:solidFill>
                <a:latin typeface="Consolas"/>
              </a:rPr>
              <a:t>();</a:t>
            </a:r>
          </a:p>
          <a:p>
            <a:pPr>
              <a:spcBef>
                <a:spcPts val="0"/>
              </a:spcBef>
            </a:pPr>
            <a:endParaRPr lang="bg-BG" sz="2000" dirty="0">
              <a:latin typeface="Consolas"/>
            </a:endParaRPr>
          </a:p>
          <a:p>
            <a:pPr>
              <a:spcBef>
                <a:spcPts val="0"/>
              </a:spcBef>
            </a:pPr>
            <a:r>
              <a:rPr lang="en-US" sz="2000" dirty="0">
                <a:solidFill>
                  <a:srgbClr val="000000"/>
                </a:solidFill>
                <a:latin typeface="Consolas"/>
              </a:rPr>
              <a:t>            </a:t>
            </a:r>
            <a:r>
              <a:rPr lang="en-US" sz="2000" dirty="0">
                <a:solidFill>
                  <a:srgbClr val="7F0055"/>
                </a:solidFill>
                <a:latin typeface="Consolas"/>
              </a:rPr>
              <a:t>switch</a:t>
            </a:r>
            <a:r>
              <a:rPr lang="en-US" sz="2000" dirty="0">
                <a:solidFill>
                  <a:srgbClr val="000000"/>
                </a:solidFill>
                <a:latin typeface="Consolas"/>
              </a:rPr>
              <a:t> (</a:t>
            </a:r>
            <a:r>
              <a:rPr lang="en-US" sz="2000" dirty="0">
                <a:solidFill>
                  <a:srgbClr val="6A3E3E"/>
                </a:solidFill>
                <a:latin typeface="Consolas"/>
              </a:rPr>
              <a:t>event</a:t>
            </a:r>
            <a:r>
              <a:rPr lang="en-US" sz="2000" dirty="0">
                <a:solidFill>
                  <a:srgbClr val="000000"/>
                </a:solidFill>
                <a:latin typeface="Consolas"/>
              </a:rPr>
              <a:t>) {</a:t>
            </a:r>
          </a:p>
          <a:p>
            <a:pPr>
              <a:spcBef>
                <a:spcPts val="0"/>
              </a:spcBef>
            </a:pPr>
            <a:r>
              <a:rPr lang="en-US" sz="2000" dirty="0">
                <a:solidFill>
                  <a:srgbClr val="000000"/>
                </a:solidFill>
                <a:latin typeface="Consolas"/>
              </a:rPr>
              <a:t>            </a:t>
            </a:r>
            <a:r>
              <a:rPr lang="en-US" sz="2000" dirty="0" smtClean="0">
                <a:solidFill>
                  <a:srgbClr val="000000"/>
                </a:solidFill>
                <a:latin typeface="Consolas"/>
              </a:rPr>
              <a:t>    </a:t>
            </a:r>
            <a:r>
              <a:rPr lang="en-US" sz="2000" dirty="0" smtClean="0">
                <a:solidFill>
                  <a:srgbClr val="7F0055"/>
                </a:solidFill>
                <a:latin typeface="Consolas"/>
              </a:rPr>
              <a:t>case</a:t>
            </a:r>
            <a:r>
              <a:rPr lang="en-US" sz="2000" dirty="0" smtClean="0">
                <a:solidFill>
                  <a:srgbClr val="000000"/>
                </a:solidFill>
                <a:latin typeface="Consolas"/>
              </a:rPr>
              <a:t> </a:t>
            </a:r>
            <a:r>
              <a:rPr lang="en-US" sz="2000" dirty="0" err="1">
                <a:solidFill>
                  <a:srgbClr val="000000"/>
                </a:solidFill>
                <a:latin typeface="Consolas"/>
              </a:rPr>
              <a:t>XMLStreamConstants.</a:t>
            </a:r>
            <a:r>
              <a:rPr lang="en-US" sz="2000" i="1" dirty="0" err="1">
                <a:solidFill>
                  <a:srgbClr val="0000C0"/>
                </a:solidFill>
                <a:latin typeface="Consolas"/>
              </a:rPr>
              <a:t>START_ELEMENT</a:t>
            </a:r>
            <a:r>
              <a:rPr lang="en-US" sz="2000" i="1" dirty="0">
                <a:solidFill>
                  <a:srgbClr val="000000"/>
                </a:solidFill>
                <a:latin typeface="Consolas"/>
              </a:rPr>
              <a:t>:</a:t>
            </a:r>
          </a:p>
          <a:p>
            <a:pPr>
              <a:spcBef>
                <a:spcPts val="0"/>
              </a:spcBef>
            </a:pPr>
            <a:endParaRPr lang="bg-BG" sz="2000" dirty="0">
              <a:latin typeface="Consolas"/>
            </a:endParaRPr>
          </a:p>
          <a:p>
            <a:pPr>
              <a:spcBef>
                <a:spcPts val="0"/>
              </a:spcBef>
            </a:pPr>
            <a:r>
              <a:rPr lang="en-US" sz="2000" dirty="0">
                <a:solidFill>
                  <a:srgbClr val="000000"/>
                </a:solidFill>
                <a:latin typeface="Consolas"/>
              </a:rPr>
              <a:t>            </a:t>
            </a:r>
            <a:r>
              <a:rPr lang="en-US" sz="2000" dirty="0" smtClean="0">
                <a:solidFill>
                  <a:srgbClr val="000000"/>
                </a:solidFill>
                <a:latin typeface="Consolas"/>
              </a:rPr>
              <a:t>    </a:t>
            </a:r>
            <a:r>
              <a:rPr lang="en-US" sz="2000" dirty="0" smtClean="0">
                <a:solidFill>
                  <a:srgbClr val="7F0055"/>
                </a:solidFill>
                <a:latin typeface="Consolas"/>
              </a:rPr>
              <a:t>case</a:t>
            </a:r>
            <a:r>
              <a:rPr lang="en-US" sz="2000" dirty="0" smtClean="0">
                <a:solidFill>
                  <a:srgbClr val="000000"/>
                </a:solidFill>
                <a:latin typeface="Consolas"/>
              </a:rPr>
              <a:t> </a:t>
            </a:r>
            <a:r>
              <a:rPr lang="en-US" sz="2000" dirty="0" err="1">
                <a:solidFill>
                  <a:srgbClr val="000000"/>
                </a:solidFill>
                <a:latin typeface="Consolas"/>
              </a:rPr>
              <a:t>XMLStreamConstants.</a:t>
            </a:r>
            <a:r>
              <a:rPr lang="en-US" sz="2000" i="1" dirty="0" err="1">
                <a:solidFill>
                  <a:srgbClr val="0000C0"/>
                </a:solidFill>
                <a:latin typeface="Consolas"/>
              </a:rPr>
              <a:t>CHARACTERS</a:t>
            </a:r>
            <a:r>
              <a:rPr lang="en-US" sz="2000" i="1" dirty="0">
                <a:solidFill>
                  <a:srgbClr val="000000"/>
                </a:solidFill>
                <a:latin typeface="Consolas"/>
              </a:rPr>
              <a:t>:</a:t>
            </a:r>
          </a:p>
          <a:p>
            <a:pPr>
              <a:spcBef>
                <a:spcPts val="0"/>
              </a:spcBef>
            </a:pPr>
            <a:endParaRPr lang="bg-BG" sz="2000" dirty="0">
              <a:latin typeface="Consolas"/>
            </a:endParaRPr>
          </a:p>
          <a:p>
            <a:pPr>
              <a:spcBef>
                <a:spcPts val="0"/>
              </a:spcBef>
            </a:pPr>
            <a:r>
              <a:rPr lang="en-US" sz="2000" dirty="0">
                <a:solidFill>
                  <a:srgbClr val="000000"/>
                </a:solidFill>
                <a:latin typeface="Consolas"/>
              </a:rPr>
              <a:t>            </a:t>
            </a:r>
            <a:r>
              <a:rPr lang="en-US" sz="2000" dirty="0" smtClean="0">
                <a:solidFill>
                  <a:srgbClr val="000000"/>
                </a:solidFill>
                <a:latin typeface="Consolas"/>
              </a:rPr>
              <a:t>    </a:t>
            </a:r>
            <a:r>
              <a:rPr lang="en-US" sz="2000" dirty="0" smtClean="0">
                <a:solidFill>
                  <a:srgbClr val="7F0055"/>
                </a:solidFill>
                <a:latin typeface="Consolas"/>
              </a:rPr>
              <a:t>case</a:t>
            </a:r>
            <a:r>
              <a:rPr lang="en-US" sz="2000" dirty="0" smtClean="0">
                <a:solidFill>
                  <a:srgbClr val="000000"/>
                </a:solidFill>
                <a:latin typeface="Consolas"/>
              </a:rPr>
              <a:t> </a:t>
            </a:r>
            <a:r>
              <a:rPr lang="en-US" sz="2000" dirty="0" err="1">
                <a:solidFill>
                  <a:srgbClr val="000000"/>
                </a:solidFill>
                <a:latin typeface="Consolas"/>
              </a:rPr>
              <a:t>XMLStreamConstants.</a:t>
            </a:r>
            <a:r>
              <a:rPr lang="en-US" sz="2000" i="1" dirty="0" err="1">
                <a:solidFill>
                  <a:srgbClr val="0000C0"/>
                </a:solidFill>
                <a:latin typeface="Consolas"/>
              </a:rPr>
              <a:t>END_ELEMENT</a:t>
            </a:r>
            <a:r>
              <a:rPr lang="en-US" sz="2000" i="1" dirty="0">
                <a:solidFill>
                  <a:srgbClr val="000000"/>
                </a:solidFill>
                <a:latin typeface="Consolas"/>
              </a:rPr>
              <a:t>:</a:t>
            </a:r>
          </a:p>
          <a:p>
            <a:pPr>
              <a:spcBef>
                <a:spcPts val="0"/>
              </a:spcBef>
            </a:pPr>
            <a:endParaRPr lang="bg-BG" sz="2000" dirty="0">
              <a:latin typeface="Consolas"/>
            </a:endParaRPr>
          </a:p>
          <a:p>
            <a:pPr>
              <a:spcBef>
                <a:spcPts val="0"/>
              </a:spcBef>
            </a:pPr>
            <a:r>
              <a:rPr lang="en-US" sz="2000" dirty="0">
                <a:solidFill>
                  <a:srgbClr val="000000"/>
                </a:solidFill>
                <a:latin typeface="Consolas"/>
              </a:rPr>
              <a:t>            </a:t>
            </a:r>
            <a:r>
              <a:rPr lang="en-US" sz="2000" dirty="0" smtClean="0">
                <a:solidFill>
                  <a:srgbClr val="000000"/>
                </a:solidFill>
                <a:latin typeface="Consolas"/>
              </a:rPr>
              <a:t>    </a:t>
            </a:r>
            <a:r>
              <a:rPr lang="en-US" sz="2000" dirty="0" smtClean="0">
                <a:solidFill>
                  <a:srgbClr val="7F0055"/>
                </a:solidFill>
                <a:latin typeface="Consolas"/>
              </a:rPr>
              <a:t>case</a:t>
            </a:r>
            <a:r>
              <a:rPr lang="en-US" sz="2000" dirty="0" smtClean="0">
                <a:solidFill>
                  <a:srgbClr val="000000"/>
                </a:solidFill>
                <a:latin typeface="Consolas"/>
              </a:rPr>
              <a:t> </a:t>
            </a:r>
            <a:r>
              <a:rPr lang="en-US" sz="2000" dirty="0" err="1">
                <a:solidFill>
                  <a:srgbClr val="000000"/>
                </a:solidFill>
                <a:latin typeface="Consolas"/>
              </a:rPr>
              <a:t>XMLStreamConstants.</a:t>
            </a:r>
            <a:r>
              <a:rPr lang="en-US" sz="2000" i="1" dirty="0" err="1">
                <a:solidFill>
                  <a:srgbClr val="0000C0"/>
                </a:solidFill>
                <a:latin typeface="Consolas"/>
              </a:rPr>
              <a:t>START_DOCUMENT</a:t>
            </a:r>
            <a:r>
              <a:rPr lang="en-US" sz="2000" i="1" dirty="0">
                <a:solidFill>
                  <a:srgbClr val="000000"/>
                </a:solidFill>
                <a:latin typeface="Consolas"/>
              </a:rPr>
              <a:t>:</a:t>
            </a:r>
          </a:p>
          <a:p>
            <a:pPr>
              <a:spcBef>
                <a:spcPts val="0"/>
              </a:spcBef>
            </a:pPr>
            <a:r>
              <a:rPr lang="bg-BG" sz="2000" dirty="0">
                <a:solidFill>
                  <a:srgbClr val="000000"/>
                </a:solidFill>
                <a:latin typeface="Consolas"/>
              </a:rPr>
              <a:t>            }</a:t>
            </a:r>
          </a:p>
          <a:p>
            <a:pPr>
              <a:spcBef>
                <a:spcPts val="0"/>
              </a:spcBef>
            </a:pPr>
            <a:r>
              <a:rPr lang="bg-BG" sz="2000" dirty="0">
                <a:solidFill>
                  <a:srgbClr val="000000"/>
                </a:solidFill>
                <a:latin typeface="Consolas"/>
              </a:rPr>
              <a:t>        }</a:t>
            </a:r>
            <a:endParaRPr lang="en-US" sz="2000" b="0" dirty="0"/>
          </a:p>
        </p:txBody>
      </p:sp>
    </p:spTree>
    <p:extLst>
      <p:ext uri="{BB962C8B-B14F-4D97-AF65-F5344CB8AC3E}">
        <p14:creationId xmlns:p14="http://schemas.microsoft.com/office/powerpoint/2010/main" val="121691643"/>
      </p:ext>
    </p:extLst>
  </p:cSld>
  <p:clrMapOvr>
    <a:masterClrMapping/>
  </p:clrMapOvr>
  <p:transition spd="med"/>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sz="3200" dirty="0" smtClean="0"/>
              <a:t>Събитие за начало на документ</a:t>
            </a:r>
            <a:endParaRPr lang="en-US" sz="3200" dirty="0"/>
          </a:p>
        </p:txBody>
      </p:sp>
      <p:sp>
        <p:nvSpPr>
          <p:cNvPr id="3" name="Text Placeholder 2"/>
          <p:cNvSpPr>
            <a:spLocks noGrp="1"/>
          </p:cNvSpPr>
          <p:nvPr>
            <p:ph type="body" sz="quarter" idx="10"/>
          </p:nvPr>
        </p:nvSpPr>
        <p:spPr>
          <a:xfrm>
            <a:off x="324000" y="1296365"/>
            <a:ext cx="8494713" cy="5112184"/>
          </a:xfrm>
        </p:spPr>
        <p:txBody>
          <a:bodyPr/>
          <a:lstStyle/>
          <a:p>
            <a:pPr marL="342900" indent="-342900">
              <a:buFont typeface="Wingdings" panose="05000000000000000000" pitchFamily="2" charset="2"/>
              <a:buChar char="q"/>
            </a:pPr>
            <a:endParaRPr lang="bg-BG" sz="2400" b="0" dirty="0" smtClean="0"/>
          </a:p>
          <a:p>
            <a:pPr marL="342900" indent="-342900">
              <a:buFont typeface="Wingdings" panose="05000000000000000000" pitchFamily="2" charset="2"/>
              <a:buChar char="q"/>
            </a:pPr>
            <a:r>
              <a:rPr lang="bg-BG" sz="2400" b="0" dirty="0" smtClean="0"/>
              <a:t>Използват се константи</a:t>
            </a:r>
          </a:p>
          <a:p>
            <a:pPr marL="342900" indent="-342900">
              <a:buFont typeface="Wingdings" panose="05000000000000000000" pitchFamily="2" charset="2"/>
              <a:buChar char="q"/>
            </a:pPr>
            <a:r>
              <a:rPr lang="bg-BG" sz="2400" b="0" dirty="0" smtClean="0"/>
              <a:t>Подготовка на структурата</a:t>
            </a:r>
          </a:p>
          <a:p>
            <a:r>
              <a:rPr lang="en-US" sz="2000" dirty="0">
                <a:solidFill>
                  <a:srgbClr val="000000"/>
                </a:solidFill>
                <a:latin typeface="Consolas"/>
              </a:rPr>
              <a:t> </a:t>
            </a:r>
            <a:r>
              <a:rPr lang="bg-BG" sz="2000" dirty="0" smtClean="0">
                <a:solidFill>
                  <a:srgbClr val="000000"/>
                </a:solidFill>
                <a:latin typeface="Consolas"/>
              </a:rPr>
              <a:t>   </a:t>
            </a:r>
            <a:r>
              <a:rPr lang="en-US" sz="2000" dirty="0" smtClean="0">
                <a:solidFill>
                  <a:srgbClr val="7F0055"/>
                </a:solidFill>
                <a:latin typeface="Consolas"/>
              </a:rPr>
              <a:t>case</a:t>
            </a:r>
            <a:r>
              <a:rPr lang="en-US" sz="2000" dirty="0" smtClean="0">
                <a:solidFill>
                  <a:srgbClr val="000000"/>
                </a:solidFill>
                <a:latin typeface="Consolas"/>
              </a:rPr>
              <a:t> </a:t>
            </a:r>
            <a:r>
              <a:rPr lang="en-US" sz="2000" dirty="0" err="1">
                <a:solidFill>
                  <a:srgbClr val="000000"/>
                </a:solidFill>
                <a:latin typeface="Consolas"/>
              </a:rPr>
              <a:t>XMLStreamConstants.</a:t>
            </a:r>
            <a:r>
              <a:rPr lang="en-US" sz="2000" i="1" dirty="0" err="1">
                <a:solidFill>
                  <a:srgbClr val="0000C0"/>
                </a:solidFill>
                <a:latin typeface="Consolas"/>
              </a:rPr>
              <a:t>START_DOCUMENT</a:t>
            </a:r>
            <a:r>
              <a:rPr lang="en-US" sz="2000" i="1" dirty="0">
                <a:solidFill>
                  <a:srgbClr val="000000"/>
                </a:solidFill>
                <a:latin typeface="Consolas"/>
              </a:rPr>
              <a:t>:</a:t>
            </a:r>
          </a:p>
          <a:p>
            <a:pPr>
              <a:spcBef>
                <a:spcPts val="0"/>
              </a:spcBef>
            </a:pPr>
            <a:r>
              <a:rPr lang="en-US" sz="2000" dirty="0" smtClean="0">
                <a:solidFill>
                  <a:srgbClr val="000000"/>
                </a:solidFill>
                <a:latin typeface="Consolas"/>
              </a:rPr>
              <a:t>     </a:t>
            </a:r>
            <a:r>
              <a:rPr lang="bg-BG" sz="2000" dirty="0" smtClean="0">
                <a:solidFill>
                  <a:srgbClr val="000000"/>
                </a:solidFill>
                <a:latin typeface="Consolas"/>
              </a:rPr>
              <a:t>   </a:t>
            </a:r>
            <a:r>
              <a:rPr lang="en-US" sz="2000" dirty="0" err="1" smtClean="0">
                <a:solidFill>
                  <a:srgbClr val="6A3E3E"/>
                </a:solidFill>
                <a:latin typeface="Consolas"/>
              </a:rPr>
              <a:t>allStudents</a:t>
            </a:r>
            <a:r>
              <a:rPr lang="en-US" sz="2000" dirty="0" smtClean="0">
                <a:solidFill>
                  <a:srgbClr val="000000"/>
                </a:solidFill>
                <a:latin typeface="Consolas"/>
              </a:rPr>
              <a:t> </a:t>
            </a:r>
            <a:r>
              <a:rPr lang="en-US" sz="2000" dirty="0">
                <a:solidFill>
                  <a:srgbClr val="000000"/>
                </a:solidFill>
                <a:latin typeface="Consolas"/>
              </a:rPr>
              <a:t>= </a:t>
            </a:r>
            <a:r>
              <a:rPr lang="en-US" sz="2000" dirty="0">
                <a:solidFill>
                  <a:srgbClr val="7F0055"/>
                </a:solidFill>
                <a:latin typeface="Consolas"/>
              </a:rPr>
              <a:t>new</a:t>
            </a:r>
            <a:r>
              <a:rPr lang="en-US" sz="2000" dirty="0">
                <a:solidFill>
                  <a:srgbClr val="000000"/>
                </a:solidFill>
                <a:latin typeface="Consolas"/>
              </a:rPr>
              <a:t> </a:t>
            </a:r>
            <a:r>
              <a:rPr lang="en-US" sz="2000" dirty="0" err="1">
                <a:solidFill>
                  <a:srgbClr val="000000"/>
                </a:solidFill>
                <a:latin typeface="Consolas"/>
              </a:rPr>
              <a:t>ArrayList</a:t>
            </a:r>
            <a:r>
              <a:rPr lang="en-US" sz="2000" dirty="0">
                <a:solidFill>
                  <a:srgbClr val="000000"/>
                </a:solidFill>
                <a:latin typeface="Consolas"/>
              </a:rPr>
              <a:t>&lt;&gt;();</a:t>
            </a:r>
          </a:p>
          <a:p>
            <a:pPr>
              <a:spcBef>
                <a:spcPts val="0"/>
              </a:spcBef>
            </a:pPr>
            <a:r>
              <a:rPr lang="bg-BG" sz="2000" dirty="0" smtClean="0">
                <a:solidFill>
                  <a:srgbClr val="7F0055"/>
                </a:solidFill>
                <a:latin typeface="Consolas"/>
              </a:rPr>
              <a:t>        </a:t>
            </a:r>
            <a:r>
              <a:rPr lang="en-US" sz="2000" dirty="0" smtClean="0">
                <a:solidFill>
                  <a:srgbClr val="7F0055"/>
                </a:solidFill>
                <a:latin typeface="Consolas"/>
              </a:rPr>
              <a:t>break</a:t>
            </a:r>
            <a:r>
              <a:rPr lang="en-US" sz="2000" dirty="0">
                <a:solidFill>
                  <a:srgbClr val="000000"/>
                </a:solidFill>
                <a:latin typeface="Consolas"/>
              </a:rPr>
              <a:t>;</a:t>
            </a:r>
            <a:endParaRPr lang="en-US" sz="2800" b="0" dirty="0"/>
          </a:p>
        </p:txBody>
      </p:sp>
    </p:spTree>
    <p:extLst>
      <p:ext uri="{BB962C8B-B14F-4D97-AF65-F5344CB8AC3E}">
        <p14:creationId xmlns:p14="http://schemas.microsoft.com/office/powerpoint/2010/main" val="2513058011"/>
      </p:ext>
    </p:extLst>
  </p:cSld>
  <p:clrMapOvr>
    <a:masterClrMapping/>
  </p:clrMapOvr>
  <p:transition spd="med"/>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sz="3200" dirty="0" smtClean="0"/>
              <a:t>Събитие за начало на елемент</a:t>
            </a:r>
            <a:endParaRPr lang="en-US" sz="3200" dirty="0"/>
          </a:p>
        </p:txBody>
      </p:sp>
      <p:sp>
        <p:nvSpPr>
          <p:cNvPr id="3" name="Text Placeholder 2"/>
          <p:cNvSpPr>
            <a:spLocks noGrp="1"/>
          </p:cNvSpPr>
          <p:nvPr>
            <p:ph type="body" sz="quarter" idx="10"/>
          </p:nvPr>
        </p:nvSpPr>
        <p:spPr>
          <a:xfrm>
            <a:off x="324000" y="1296365"/>
            <a:ext cx="8494713" cy="5112184"/>
          </a:xfrm>
        </p:spPr>
        <p:txBody>
          <a:bodyPr/>
          <a:lstStyle/>
          <a:p>
            <a:pPr marL="342900" indent="-342900">
              <a:buFont typeface="Wingdings" panose="05000000000000000000" pitchFamily="2" charset="2"/>
              <a:buChar char="q"/>
            </a:pPr>
            <a:endParaRPr lang="bg-BG" sz="2400" b="0" dirty="0" smtClean="0"/>
          </a:p>
          <a:p>
            <a:pPr marL="342900" indent="-342900">
              <a:buFont typeface="Wingdings" panose="05000000000000000000" pitchFamily="2" charset="2"/>
              <a:buChar char="q"/>
            </a:pPr>
            <a:r>
              <a:rPr lang="bg-BG" sz="2400" b="0" dirty="0" smtClean="0"/>
              <a:t>Инициализиране на временните променливи</a:t>
            </a:r>
          </a:p>
          <a:p>
            <a:pPr marL="342900" indent="-342900">
              <a:buFont typeface="Wingdings" panose="05000000000000000000" pitchFamily="2" charset="2"/>
              <a:buChar char="q"/>
            </a:pPr>
            <a:r>
              <a:rPr lang="bg-BG" sz="2400" b="0" dirty="0" smtClean="0"/>
              <a:t>Четене на атрибутите</a:t>
            </a:r>
          </a:p>
          <a:p>
            <a:r>
              <a:rPr lang="en-US" sz="2000" dirty="0">
                <a:solidFill>
                  <a:srgbClr val="000000"/>
                </a:solidFill>
                <a:latin typeface="Consolas"/>
              </a:rPr>
              <a:t> </a:t>
            </a:r>
            <a:r>
              <a:rPr lang="en-US" sz="2000" dirty="0">
                <a:solidFill>
                  <a:srgbClr val="7F0055"/>
                </a:solidFill>
                <a:latin typeface="Consolas"/>
              </a:rPr>
              <a:t>case</a:t>
            </a:r>
            <a:r>
              <a:rPr lang="en-US" sz="2000" dirty="0">
                <a:solidFill>
                  <a:srgbClr val="000000"/>
                </a:solidFill>
                <a:latin typeface="Consolas"/>
              </a:rPr>
              <a:t> </a:t>
            </a:r>
            <a:r>
              <a:rPr lang="en-US" sz="2000" dirty="0" err="1">
                <a:solidFill>
                  <a:srgbClr val="000000"/>
                </a:solidFill>
                <a:latin typeface="Consolas"/>
              </a:rPr>
              <a:t>XMLStreamConstants.</a:t>
            </a:r>
            <a:r>
              <a:rPr lang="en-US" sz="2000" i="1" dirty="0" err="1">
                <a:solidFill>
                  <a:srgbClr val="0000C0"/>
                </a:solidFill>
                <a:latin typeface="Consolas"/>
              </a:rPr>
              <a:t>START_ELEMENT</a:t>
            </a:r>
            <a:r>
              <a:rPr lang="en-US" sz="2000" i="1" dirty="0">
                <a:solidFill>
                  <a:srgbClr val="000000"/>
                </a:solidFill>
                <a:latin typeface="Consolas"/>
              </a:rPr>
              <a:t>:</a:t>
            </a:r>
          </a:p>
          <a:p>
            <a:pPr>
              <a:spcBef>
                <a:spcPts val="0"/>
              </a:spcBef>
            </a:pPr>
            <a:r>
              <a:rPr lang="en-US" sz="2000" dirty="0" smtClean="0">
                <a:solidFill>
                  <a:srgbClr val="000000"/>
                </a:solidFill>
                <a:latin typeface="Consolas"/>
              </a:rPr>
              <a:t> </a:t>
            </a:r>
            <a:r>
              <a:rPr lang="bg-BG" sz="2000" dirty="0" smtClean="0">
                <a:solidFill>
                  <a:srgbClr val="000000"/>
                </a:solidFill>
                <a:latin typeface="Consolas"/>
              </a:rPr>
              <a:t>       </a:t>
            </a:r>
            <a:r>
              <a:rPr lang="en-US" sz="2000" dirty="0" smtClean="0">
                <a:solidFill>
                  <a:srgbClr val="7F0055"/>
                </a:solidFill>
                <a:latin typeface="Consolas"/>
              </a:rPr>
              <a:t>if</a:t>
            </a:r>
            <a:r>
              <a:rPr lang="en-US" sz="2000" dirty="0" smtClean="0">
                <a:solidFill>
                  <a:srgbClr val="000000"/>
                </a:solidFill>
                <a:latin typeface="Consolas"/>
              </a:rPr>
              <a:t> </a:t>
            </a:r>
            <a:r>
              <a:rPr lang="en-US" sz="2000" dirty="0">
                <a:solidFill>
                  <a:srgbClr val="000000"/>
                </a:solidFill>
                <a:latin typeface="Consolas"/>
              </a:rPr>
              <a:t>(</a:t>
            </a:r>
            <a:r>
              <a:rPr lang="en-US" sz="2000" dirty="0">
                <a:solidFill>
                  <a:srgbClr val="2A00FF"/>
                </a:solidFill>
                <a:latin typeface="Consolas"/>
              </a:rPr>
              <a:t>"</a:t>
            </a:r>
            <a:r>
              <a:rPr lang="en-US" sz="2000" dirty="0" err="1">
                <a:solidFill>
                  <a:srgbClr val="2A00FF"/>
                </a:solidFill>
                <a:latin typeface="Consolas"/>
              </a:rPr>
              <a:t>student"</a:t>
            </a:r>
            <a:r>
              <a:rPr lang="en-US" sz="2000" dirty="0" err="1">
                <a:solidFill>
                  <a:srgbClr val="000000"/>
                </a:solidFill>
                <a:latin typeface="Consolas"/>
              </a:rPr>
              <a:t>.equals</a:t>
            </a:r>
            <a:r>
              <a:rPr lang="en-US" sz="2000" dirty="0">
                <a:solidFill>
                  <a:srgbClr val="000000"/>
                </a:solidFill>
                <a:latin typeface="Consolas"/>
              </a:rPr>
              <a:t>(</a:t>
            </a:r>
            <a:r>
              <a:rPr lang="en-US" sz="2000" dirty="0" err="1">
                <a:solidFill>
                  <a:srgbClr val="6A3E3E"/>
                </a:solidFill>
                <a:latin typeface="Consolas"/>
              </a:rPr>
              <a:t>reader</a:t>
            </a:r>
            <a:r>
              <a:rPr lang="en-US" sz="2000" dirty="0" err="1">
                <a:solidFill>
                  <a:srgbClr val="000000"/>
                </a:solidFill>
                <a:latin typeface="Consolas"/>
              </a:rPr>
              <a:t>.getLocalName</a:t>
            </a:r>
            <a:r>
              <a:rPr lang="en-US" sz="2000" dirty="0">
                <a:solidFill>
                  <a:srgbClr val="000000"/>
                </a:solidFill>
                <a:latin typeface="Consolas"/>
              </a:rPr>
              <a:t>())) {</a:t>
            </a:r>
          </a:p>
          <a:p>
            <a:pPr>
              <a:spcBef>
                <a:spcPts val="0"/>
              </a:spcBef>
            </a:pPr>
            <a:r>
              <a:rPr lang="en-US" sz="2000" dirty="0">
                <a:solidFill>
                  <a:srgbClr val="000000"/>
                </a:solidFill>
                <a:latin typeface="Consolas"/>
              </a:rPr>
              <a:t>        </a:t>
            </a:r>
            <a:r>
              <a:rPr lang="en-US" sz="2000" dirty="0" smtClean="0">
                <a:solidFill>
                  <a:srgbClr val="000000"/>
                </a:solidFill>
                <a:latin typeface="Consolas"/>
              </a:rPr>
              <a:t>    </a:t>
            </a:r>
            <a:r>
              <a:rPr lang="en-US" sz="2000" dirty="0" err="1">
                <a:solidFill>
                  <a:srgbClr val="6A3E3E"/>
                </a:solidFill>
                <a:latin typeface="Consolas"/>
              </a:rPr>
              <a:t>currentStudent</a:t>
            </a:r>
            <a:r>
              <a:rPr lang="en-US" sz="2000" dirty="0">
                <a:solidFill>
                  <a:srgbClr val="000000"/>
                </a:solidFill>
                <a:latin typeface="Consolas"/>
              </a:rPr>
              <a:t> = </a:t>
            </a:r>
            <a:r>
              <a:rPr lang="en-US" sz="2000" dirty="0">
                <a:solidFill>
                  <a:srgbClr val="7F0055"/>
                </a:solidFill>
                <a:latin typeface="Consolas"/>
              </a:rPr>
              <a:t>new</a:t>
            </a:r>
            <a:r>
              <a:rPr lang="en-US" sz="2000" dirty="0">
                <a:solidFill>
                  <a:srgbClr val="000000"/>
                </a:solidFill>
                <a:latin typeface="Consolas"/>
              </a:rPr>
              <a:t> Student();</a:t>
            </a:r>
          </a:p>
          <a:p>
            <a:pPr>
              <a:spcBef>
                <a:spcPts val="0"/>
              </a:spcBef>
            </a:pPr>
            <a:r>
              <a:rPr lang="en-US" sz="2000" dirty="0" smtClean="0">
                <a:solidFill>
                  <a:srgbClr val="000000"/>
                </a:solidFill>
                <a:latin typeface="Consolas"/>
              </a:rPr>
              <a:t>            </a:t>
            </a:r>
            <a:r>
              <a:rPr lang="en-US" sz="2000" dirty="0" err="1">
                <a:solidFill>
                  <a:srgbClr val="6A3E3E"/>
                </a:solidFill>
                <a:latin typeface="Consolas"/>
              </a:rPr>
              <a:t>currentStudent</a:t>
            </a:r>
            <a:r>
              <a:rPr lang="en-US" sz="2000" dirty="0" err="1">
                <a:solidFill>
                  <a:srgbClr val="000000"/>
                </a:solidFill>
                <a:latin typeface="Consolas"/>
              </a:rPr>
              <a:t>.setId</a:t>
            </a:r>
            <a:r>
              <a:rPr lang="en-US" sz="2000" dirty="0" smtClean="0">
                <a:solidFill>
                  <a:srgbClr val="000000"/>
                </a:solidFill>
                <a:latin typeface="Consolas"/>
              </a:rPr>
              <a:t>(</a:t>
            </a:r>
            <a:r>
              <a:rPr lang="bg-BG" sz="2000" dirty="0" smtClean="0">
                <a:solidFill>
                  <a:srgbClr val="000000"/>
                </a:solidFill>
                <a:latin typeface="Consolas"/>
              </a:rPr>
              <a:t/>
            </a:r>
            <a:br>
              <a:rPr lang="bg-BG" sz="2000" dirty="0" smtClean="0">
                <a:solidFill>
                  <a:srgbClr val="000000"/>
                </a:solidFill>
                <a:latin typeface="Consolas"/>
              </a:rPr>
            </a:br>
            <a:r>
              <a:rPr lang="bg-BG" sz="2000" dirty="0" smtClean="0">
                <a:solidFill>
                  <a:srgbClr val="000000"/>
                </a:solidFill>
                <a:latin typeface="Consolas"/>
              </a:rPr>
              <a:t>                </a:t>
            </a:r>
            <a:r>
              <a:rPr lang="en-US" sz="2000" dirty="0" err="1" smtClean="0">
                <a:solidFill>
                  <a:srgbClr val="6A3E3E"/>
                </a:solidFill>
                <a:latin typeface="Consolas"/>
              </a:rPr>
              <a:t>reader</a:t>
            </a:r>
            <a:r>
              <a:rPr lang="en-US" sz="2000" dirty="0" err="1" smtClean="0">
                <a:solidFill>
                  <a:srgbClr val="000000"/>
                </a:solidFill>
                <a:latin typeface="Consolas"/>
              </a:rPr>
              <a:t>.getAttributeValue</a:t>
            </a:r>
            <a:r>
              <a:rPr lang="en-US" sz="2000" dirty="0" smtClean="0">
                <a:solidFill>
                  <a:srgbClr val="000000"/>
                </a:solidFill>
                <a:latin typeface="Consolas"/>
              </a:rPr>
              <a:t>(0</a:t>
            </a:r>
            <a:r>
              <a:rPr lang="en-US" sz="2000" dirty="0">
                <a:solidFill>
                  <a:srgbClr val="000000"/>
                </a:solidFill>
                <a:latin typeface="Consolas"/>
              </a:rPr>
              <a:t>));</a:t>
            </a:r>
          </a:p>
          <a:p>
            <a:pPr>
              <a:spcBef>
                <a:spcPts val="0"/>
              </a:spcBef>
            </a:pPr>
            <a:r>
              <a:rPr lang="bg-BG" sz="2000" dirty="0">
                <a:solidFill>
                  <a:srgbClr val="000000"/>
                </a:solidFill>
                <a:latin typeface="Consolas"/>
              </a:rPr>
              <a:t>        </a:t>
            </a:r>
            <a:r>
              <a:rPr lang="bg-BG" sz="2000" dirty="0" smtClean="0">
                <a:solidFill>
                  <a:srgbClr val="000000"/>
                </a:solidFill>
                <a:latin typeface="Consolas"/>
              </a:rPr>
              <a:t>}</a:t>
            </a:r>
            <a:endParaRPr lang="bg-BG" sz="2000" dirty="0">
              <a:solidFill>
                <a:srgbClr val="000000"/>
              </a:solidFill>
              <a:latin typeface="Consolas"/>
            </a:endParaRPr>
          </a:p>
          <a:p>
            <a:pPr>
              <a:spcBef>
                <a:spcPts val="0"/>
              </a:spcBef>
            </a:pPr>
            <a:r>
              <a:rPr lang="en-US" sz="2000" dirty="0">
                <a:solidFill>
                  <a:srgbClr val="000000"/>
                </a:solidFill>
                <a:latin typeface="Consolas"/>
              </a:rPr>
              <a:t>        </a:t>
            </a:r>
            <a:r>
              <a:rPr lang="en-US" sz="2000" dirty="0" smtClean="0">
                <a:solidFill>
                  <a:srgbClr val="7F0055"/>
                </a:solidFill>
                <a:latin typeface="Consolas"/>
              </a:rPr>
              <a:t>break</a:t>
            </a:r>
            <a:r>
              <a:rPr lang="en-US" sz="2000" dirty="0">
                <a:solidFill>
                  <a:srgbClr val="000000"/>
                </a:solidFill>
                <a:latin typeface="Consolas"/>
              </a:rPr>
              <a:t>;</a:t>
            </a:r>
            <a:endParaRPr lang="en-US" sz="2800" b="0" dirty="0"/>
          </a:p>
        </p:txBody>
      </p:sp>
    </p:spTree>
    <p:extLst>
      <p:ext uri="{BB962C8B-B14F-4D97-AF65-F5344CB8AC3E}">
        <p14:creationId xmlns:p14="http://schemas.microsoft.com/office/powerpoint/2010/main" val="2864791598"/>
      </p:ext>
    </p:extLst>
  </p:cSld>
  <p:clrMapOvr>
    <a:masterClrMapping/>
  </p:clrMapOvr>
  <p:transition spd="med"/>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sz="3200" dirty="0" smtClean="0"/>
              <a:t>Събитие за съдържание на елемент</a:t>
            </a:r>
            <a:endParaRPr lang="en-US" sz="3200" dirty="0"/>
          </a:p>
        </p:txBody>
      </p:sp>
      <p:sp>
        <p:nvSpPr>
          <p:cNvPr id="3" name="Text Placeholder 2"/>
          <p:cNvSpPr>
            <a:spLocks noGrp="1"/>
          </p:cNvSpPr>
          <p:nvPr>
            <p:ph type="body" sz="quarter" idx="10"/>
          </p:nvPr>
        </p:nvSpPr>
        <p:spPr>
          <a:xfrm>
            <a:off x="324000" y="1296365"/>
            <a:ext cx="8494713" cy="5112184"/>
          </a:xfrm>
        </p:spPr>
        <p:txBody>
          <a:bodyPr/>
          <a:lstStyle/>
          <a:p>
            <a:pPr marL="342900" indent="-342900">
              <a:buFont typeface="Wingdings" panose="05000000000000000000" pitchFamily="2" charset="2"/>
              <a:buChar char="q"/>
            </a:pPr>
            <a:endParaRPr lang="bg-BG" sz="2400" b="0" dirty="0" smtClean="0"/>
          </a:p>
          <a:p>
            <a:pPr marL="342900" indent="-342900">
              <a:buFont typeface="Wingdings" panose="05000000000000000000" pitchFamily="2" charset="2"/>
              <a:buChar char="q"/>
            </a:pPr>
            <a:r>
              <a:rPr lang="bg-BG" sz="2400" b="0" dirty="0" smtClean="0"/>
              <a:t>Обработка на съдържанието между таговете</a:t>
            </a:r>
          </a:p>
          <a:p>
            <a:r>
              <a:rPr lang="en-US" sz="2000" dirty="0" smtClean="0">
                <a:solidFill>
                  <a:srgbClr val="000000"/>
                </a:solidFill>
                <a:latin typeface="Consolas"/>
              </a:rPr>
              <a:t> </a:t>
            </a:r>
            <a:r>
              <a:rPr lang="bg-BG" sz="2000" dirty="0" smtClean="0">
                <a:solidFill>
                  <a:srgbClr val="000000"/>
                </a:solidFill>
                <a:latin typeface="Consolas"/>
              </a:rPr>
              <a:t>   </a:t>
            </a:r>
            <a:r>
              <a:rPr lang="en-US" sz="2000" dirty="0" smtClean="0">
                <a:solidFill>
                  <a:srgbClr val="7F0055"/>
                </a:solidFill>
                <a:latin typeface="Consolas"/>
              </a:rPr>
              <a:t>case</a:t>
            </a:r>
            <a:r>
              <a:rPr lang="en-US" sz="2000" dirty="0" smtClean="0">
                <a:solidFill>
                  <a:srgbClr val="000000"/>
                </a:solidFill>
                <a:latin typeface="Consolas"/>
              </a:rPr>
              <a:t> </a:t>
            </a:r>
            <a:r>
              <a:rPr lang="en-US" sz="2000" dirty="0" err="1">
                <a:solidFill>
                  <a:srgbClr val="000000"/>
                </a:solidFill>
                <a:latin typeface="Consolas"/>
              </a:rPr>
              <a:t>XMLStreamConstants.</a:t>
            </a:r>
            <a:r>
              <a:rPr lang="en-US" sz="2000" i="1" dirty="0" err="1">
                <a:solidFill>
                  <a:srgbClr val="0000C0"/>
                </a:solidFill>
                <a:latin typeface="Consolas"/>
              </a:rPr>
              <a:t>CHARACTERS</a:t>
            </a:r>
            <a:r>
              <a:rPr lang="en-US" sz="2000" i="1" dirty="0">
                <a:solidFill>
                  <a:srgbClr val="000000"/>
                </a:solidFill>
                <a:latin typeface="Consolas"/>
              </a:rPr>
              <a:t>:</a:t>
            </a:r>
          </a:p>
          <a:p>
            <a:pPr>
              <a:spcBef>
                <a:spcPts val="0"/>
              </a:spcBef>
            </a:pPr>
            <a:r>
              <a:rPr lang="en-US" sz="2000" dirty="0">
                <a:solidFill>
                  <a:srgbClr val="000000"/>
                </a:solidFill>
                <a:latin typeface="Consolas"/>
              </a:rPr>
              <a:t>    </a:t>
            </a:r>
            <a:r>
              <a:rPr lang="en-US" sz="2000" dirty="0" smtClean="0">
                <a:solidFill>
                  <a:srgbClr val="000000"/>
                </a:solidFill>
                <a:latin typeface="Consolas"/>
              </a:rPr>
              <a:t>    </a:t>
            </a:r>
            <a:r>
              <a:rPr lang="en-US" sz="2000" dirty="0" err="1">
                <a:solidFill>
                  <a:srgbClr val="6A3E3E"/>
                </a:solidFill>
                <a:latin typeface="Consolas"/>
              </a:rPr>
              <a:t>tagContent</a:t>
            </a:r>
            <a:r>
              <a:rPr lang="en-US" sz="2000" dirty="0">
                <a:solidFill>
                  <a:srgbClr val="000000"/>
                </a:solidFill>
                <a:latin typeface="Consolas"/>
              </a:rPr>
              <a:t> = </a:t>
            </a:r>
            <a:r>
              <a:rPr lang="en-US" sz="2000" dirty="0" err="1">
                <a:solidFill>
                  <a:srgbClr val="6A3E3E"/>
                </a:solidFill>
                <a:latin typeface="Consolas"/>
              </a:rPr>
              <a:t>reader</a:t>
            </a:r>
            <a:r>
              <a:rPr lang="en-US" sz="2000" dirty="0" err="1">
                <a:solidFill>
                  <a:srgbClr val="000000"/>
                </a:solidFill>
                <a:latin typeface="Consolas"/>
              </a:rPr>
              <a:t>.getText</a:t>
            </a:r>
            <a:r>
              <a:rPr lang="en-US" sz="2000" dirty="0">
                <a:solidFill>
                  <a:srgbClr val="000000"/>
                </a:solidFill>
                <a:latin typeface="Consolas"/>
              </a:rPr>
              <a:t>().trim();</a:t>
            </a:r>
          </a:p>
          <a:p>
            <a:pPr>
              <a:spcBef>
                <a:spcPts val="0"/>
              </a:spcBef>
            </a:pPr>
            <a:r>
              <a:rPr lang="en-US" sz="2000" dirty="0">
                <a:solidFill>
                  <a:srgbClr val="000000"/>
                </a:solidFill>
                <a:latin typeface="Consolas"/>
              </a:rPr>
              <a:t>    </a:t>
            </a:r>
            <a:r>
              <a:rPr lang="en-US" sz="2000" dirty="0" smtClean="0">
                <a:solidFill>
                  <a:srgbClr val="000000"/>
                </a:solidFill>
                <a:latin typeface="Consolas"/>
              </a:rPr>
              <a:t>    </a:t>
            </a:r>
            <a:r>
              <a:rPr lang="en-US" sz="2000" dirty="0">
                <a:solidFill>
                  <a:srgbClr val="7F0055"/>
                </a:solidFill>
                <a:latin typeface="Consolas"/>
              </a:rPr>
              <a:t>break</a:t>
            </a:r>
            <a:r>
              <a:rPr lang="en-US" sz="2000" dirty="0">
                <a:solidFill>
                  <a:srgbClr val="000000"/>
                </a:solidFill>
                <a:latin typeface="Consolas"/>
              </a:rPr>
              <a:t>;</a:t>
            </a:r>
            <a:endParaRPr lang="en-US" sz="2000" b="0" dirty="0"/>
          </a:p>
        </p:txBody>
      </p:sp>
    </p:spTree>
    <p:extLst>
      <p:ext uri="{BB962C8B-B14F-4D97-AF65-F5344CB8AC3E}">
        <p14:creationId xmlns:p14="http://schemas.microsoft.com/office/powerpoint/2010/main" val="2202511935"/>
      </p:ext>
    </p:extLst>
  </p:cSld>
  <p:clrMapOvr>
    <a:masterClrMapping/>
  </p:clrMapOvr>
  <p:transition spd="med"/>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sz="3200" dirty="0" smtClean="0"/>
              <a:t>Събитие за край на елемент</a:t>
            </a:r>
            <a:endParaRPr lang="en-US" sz="3200" dirty="0"/>
          </a:p>
        </p:txBody>
      </p:sp>
      <p:sp>
        <p:nvSpPr>
          <p:cNvPr id="3" name="Text Placeholder 2"/>
          <p:cNvSpPr>
            <a:spLocks noGrp="1"/>
          </p:cNvSpPr>
          <p:nvPr>
            <p:ph type="body" sz="quarter" idx="10"/>
          </p:nvPr>
        </p:nvSpPr>
        <p:spPr>
          <a:xfrm>
            <a:off x="324000" y="1325105"/>
            <a:ext cx="8494713" cy="5083444"/>
          </a:xfrm>
        </p:spPr>
        <p:txBody>
          <a:bodyPr/>
          <a:lstStyle/>
          <a:p>
            <a:pPr marL="342900" indent="-342900">
              <a:buFont typeface="Wingdings" panose="05000000000000000000" pitchFamily="2" charset="2"/>
              <a:buChar char="q"/>
            </a:pPr>
            <a:r>
              <a:rPr lang="bg-BG" sz="2400" b="0" dirty="0" smtClean="0"/>
              <a:t>Едновременно обработване на </a:t>
            </a:r>
            <a:r>
              <a:rPr lang="en-US" sz="2400" b="0" dirty="0" smtClean="0"/>
              <a:t>parent </a:t>
            </a:r>
            <a:r>
              <a:rPr lang="bg-BG" sz="2400" b="0" dirty="0" smtClean="0"/>
              <a:t>и </a:t>
            </a:r>
            <a:r>
              <a:rPr lang="en-US" sz="2400" b="0" dirty="0" smtClean="0"/>
              <a:t>child </a:t>
            </a:r>
            <a:r>
              <a:rPr lang="bg-BG" sz="2400" b="0" dirty="0" smtClean="0"/>
              <a:t>елементи</a:t>
            </a:r>
          </a:p>
          <a:p>
            <a:r>
              <a:rPr lang="bg-BG" dirty="0" smtClean="0">
                <a:solidFill>
                  <a:srgbClr val="000000"/>
                </a:solidFill>
                <a:latin typeface="Consolas"/>
              </a:rPr>
              <a:t> </a:t>
            </a:r>
            <a:r>
              <a:rPr lang="en-US" dirty="0" smtClean="0">
                <a:solidFill>
                  <a:srgbClr val="000000"/>
                </a:solidFill>
                <a:latin typeface="Consolas"/>
              </a:rPr>
              <a:t> </a:t>
            </a:r>
            <a:r>
              <a:rPr lang="bg-BG" dirty="0" smtClean="0">
                <a:solidFill>
                  <a:srgbClr val="000000"/>
                </a:solidFill>
                <a:latin typeface="Consolas"/>
              </a:rPr>
              <a:t>  </a:t>
            </a:r>
            <a:r>
              <a:rPr lang="en-US" dirty="0" smtClean="0">
                <a:solidFill>
                  <a:srgbClr val="7F0055"/>
                </a:solidFill>
                <a:latin typeface="Consolas"/>
              </a:rPr>
              <a:t>case</a:t>
            </a:r>
            <a:r>
              <a:rPr lang="en-US" dirty="0" smtClean="0">
                <a:solidFill>
                  <a:srgbClr val="000000"/>
                </a:solidFill>
                <a:latin typeface="Consolas"/>
              </a:rPr>
              <a:t> </a:t>
            </a:r>
            <a:r>
              <a:rPr lang="en-US" dirty="0" err="1">
                <a:solidFill>
                  <a:srgbClr val="000000"/>
                </a:solidFill>
                <a:latin typeface="Consolas"/>
              </a:rPr>
              <a:t>XMLStreamConstants.</a:t>
            </a:r>
            <a:r>
              <a:rPr lang="en-US" i="1" dirty="0" err="1">
                <a:solidFill>
                  <a:srgbClr val="0000C0"/>
                </a:solidFill>
                <a:latin typeface="Consolas"/>
              </a:rPr>
              <a:t>END_ELEMENT</a:t>
            </a:r>
            <a:r>
              <a:rPr lang="en-US" i="1" dirty="0">
                <a:solidFill>
                  <a:srgbClr val="000000"/>
                </a:solidFill>
                <a:latin typeface="Consolas"/>
              </a:rPr>
              <a:t>:</a:t>
            </a:r>
          </a:p>
          <a:p>
            <a:pPr>
              <a:spcBef>
                <a:spcPts val="0"/>
              </a:spcBef>
            </a:pPr>
            <a:r>
              <a:rPr lang="en-US" dirty="0">
                <a:solidFill>
                  <a:srgbClr val="000000"/>
                </a:solidFill>
                <a:latin typeface="Consolas"/>
              </a:rPr>
              <a:t> </a:t>
            </a:r>
            <a:r>
              <a:rPr lang="en-US" dirty="0" smtClean="0">
                <a:solidFill>
                  <a:srgbClr val="000000"/>
                </a:solidFill>
                <a:latin typeface="Consolas"/>
              </a:rPr>
              <a:t>       </a:t>
            </a:r>
            <a:r>
              <a:rPr lang="en-US" dirty="0">
                <a:solidFill>
                  <a:srgbClr val="7F0055"/>
                </a:solidFill>
                <a:latin typeface="Consolas"/>
              </a:rPr>
              <a:t>switch</a:t>
            </a:r>
            <a:r>
              <a:rPr lang="en-US" dirty="0">
                <a:solidFill>
                  <a:srgbClr val="000000"/>
                </a:solidFill>
                <a:latin typeface="Consolas"/>
              </a:rPr>
              <a:t> (</a:t>
            </a:r>
            <a:r>
              <a:rPr lang="en-US" dirty="0" err="1">
                <a:solidFill>
                  <a:srgbClr val="6A3E3E"/>
                </a:solidFill>
                <a:latin typeface="Consolas"/>
              </a:rPr>
              <a:t>reader</a:t>
            </a:r>
            <a:r>
              <a:rPr lang="en-US" dirty="0" err="1">
                <a:solidFill>
                  <a:srgbClr val="000000"/>
                </a:solidFill>
                <a:latin typeface="Consolas"/>
              </a:rPr>
              <a:t>.getLocalName</a:t>
            </a:r>
            <a:r>
              <a:rPr lang="en-US" dirty="0">
                <a:solidFill>
                  <a:srgbClr val="000000"/>
                </a:solidFill>
                <a:latin typeface="Consolas"/>
              </a:rPr>
              <a:t>()) {</a:t>
            </a:r>
          </a:p>
          <a:p>
            <a:pPr>
              <a:spcBef>
                <a:spcPts val="0"/>
              </a:spcBef>
            </a:pPr>
            <a:r>
              <a:rPr lang="en-US" dirty="0">
                <a:solidFill>
                  <a:srgbClr val="000000"/>
                </a:solidFill>
                <a:latin typeface="Consolas"/>
              </a:rPr>
              <a:t>   </a:t>
            </a:r>
            <a:r>
              <a:rPr lang="en-US" dirty="0" smtClean="0">
                <a:solidFill>
                  <a:srgbClr val="000000"/>
                </a:solidFill>
                <a:latin typeface="Consolas"/>
              </a:rPr>
              <a:t>         </a:t>
            </a:r>
            <a:r>
              <a:rPr lang="en-US" dirty="0">
                <a:solidFill>
                  <a:srgbClr val="7F0055"/>
                </a:solidFill>
                <a:latin typeface="Consolas"/>
              </a:rPr>
              <a:t>case</a:t>
            </a:r>
            <a:r>
              <a:rPr lang="en-US" dirty="0">
                <a:solidFill>
                  <a:srgbClr val="000000"/>
                </a:solidFill>
                <a:latin typeface="Consolas"/>
              </a:rPr>
              <a:t> </a:t>
            </a:r>
            <a:r>
              <a:rPr lang="en-US" dirty="0">
                <a:solidFill>
                  <a:srgbClr val="2A00FF"/>
                </a:solidFill>
                <a:latin typeface="Consolas"/>
              </a:rPr>
              <a:t>"student"</a:t>
            </a:r>
            <a:r>
              <a:rPr lang="en-US" dirty="0">
                <a:solidFill>
                  <a:srgbClr val="000000"/>
                </a:solidFill>
                <a:latin typeface="Consolas"/>
              </a:rPr>
              <a:t>:</a:t>
            </a:r>
          </a:p>
          <a:p>
            <a:pPr>
              <a:spcBef>
                <a:spcPts val="0"/>
              </a:spcBef>
            </a:pPr>
            <a:r>
              <a:rPr lang="en-US" dirty="0">
                <a:solidFill>
                  <a:srgbClr val="000000"/>
                </a:solidFill>
                <a:latin typeface="Consolas"/>
              </a:rPr>
              <a:t>   </a:t>
            </a:r>
            <a:r>
              <a:rPr lang="en-US" dirty="0" smtClean="0">
                <a:solidFill>
                  <a:srgbClr val="000000"/>
                </a:solidFill>
                <a:latin typeface="Consolas"/>
              </a:rPr>
              <a:t>             </a:t>
            </a:r>
            <a:r>
              <a:rPr lang="en-US" dirty="0" err="1">
                <a:solidFill>
                  <a:srgbClr val="6A3E3E"/>
                </a:solidFill>
                <a:latin typeface="Consolas"/>
              </a:rPr>
              <a:t>allStudents</a:t>
            </a:r>
            <a:r>
              <a:rPr lang="en-US" dirty="0" err="1">
                <a:solidFill>
                  <a:srgbClr val="000000"/>
                </a:solidFill>
                <a:latin typeface="Consolas"/>
              </a:rPr>
              <a:t>.add</a:t>
            </a:r>
            <a:r>
              <a:rPr lang="en-US" dirty="0">
                <a:solidFill>
                  <a:srgbClr val="000000"/>
                </a:solidFill>
                <a:latin typeface="Consolas"/>
              </a:rPr>
              <a:t>(</a:t>
            </a:r>
            <a:r>
              <a:rPr lang="en-US" dirty="0" err="1">
                <a:solidFill>
                  <a:srgbClr val="6A3E3E"/>
                </a:solidFill>
                <a:latin typeface="Consolas"/>
              </a:rPr>
              <a:t>currentStudent</a:t>
            </a:r>
            <a:r>
              <a:rPr lang="en-US" dirty="0">
                <a:solidFill>
                  <a:srgbClr val="000000"/>
                </a:solidFill>
                <a:latin typeface="Consolas"/>
              </a:rPr>
              <a:t>);</a:t>
            </a:r>
          </a:p>
          <a:p>
            <a:pPr>
              <a:spcBef>
                <a:spcPts val="0"/>
              </a:spcBef>
            </a:pPr>
            <a:r>
              <a:rPr lang="en-US" dirty="0">
                <a:solidFill>
                  <a:srgbClr val="000000"/>
                </a:solidFill>
                <a:latin typeface="Consolas"/>
              </a:rPr>
              <a:t>   </a:t>
            </a:r>
            <a:r>
              <a:rPr lang="en-US" dirty="0" smtClean="0">
                <a:solidFill>
                  <a:srgbClr val="000000"/>
                </a:solidFill>
                <a:latin typeface="Consolas"/>
              </a:rPr>
              <a:t>             </a:t>
            </a:r>
            <a:r>
              <a:rPr lang="en-US" dirty="0">
                <a:solidFill>
                  <a:srgbClr val="7F0055"/>
                </a:solidFill>
                <a:latin typeface="Consolas"/>
              </a:rPr>
              <a:t>break</a:t>
            </a:r>
            <a:r>
              <a:rPr lang="en-US" dirty="0">
                <a:solidFill>
                  <a:srgbClr val="000000"/>
                </a:solidFill>
                <a:latin typeface="Consolas"/>
              </a:rPr>
              <a:t>;</a:t>
            </a:r>
          </a:p>
          <a:p>
            <a:pPr>
              <a:spcBef>
                <a:spcPts val="0"/>
              </a:spcBef>
            </a:pPr>
            <a:r>
              <a:rPr lang="en-US" dirty="0">
                <a:solidFill>
                  <a:srgbClr val="000000"/>
                </a:solidFill>
                <a:latin typeface="Consolas"/>
              </a:rPr>
              <a:t>   </a:t>
            </a:r>
            <a:r>
              <a:rPr lang="en-US" dirty="0" smtClean="0">
                <a:solidFill>
                  <a:srgbClr val="000000"/>
                </a:solidFill>
                <a:latin typeface="Consolas"/>
              </a:rPr>
              <a:t>         </a:t>
            </a:r>
            <a:r>
              <a:rPr lang="en-US" dirty="0">
                <a:solidFill>
                  <a:srgbClr val="7F0055"/>
                </a:solidFill>
                <a:latin typeface="Consolas"/>
              </a:rPr>
              <a:t>case</a:t>
            </a:r>
            <a:r>
              <a:rPr lang="en-US" dirty="0">
                <a:solidFill>
                  <a:srgbClr val="000000"/>
                </a:solidFill>
                <a:latin typeface="Consolas"/>
              </a:rPr>
              <a:t> </a:t>
            </a:r>
            <a:r>
              <a:rPr lang="en-US" dirty="0">
                <a:solidFill>
                  <a:srgbClr val="2A00FF"/>
                </a:solidFill>
                <a:latin typeface="Consolas"/>
              </a:rPr>
              <a:t>"</a:t>
            </a:r>
            <a:r>
              <a:rPr lang="en-US" dirty="0" err="1">
                <a:solidFill>
                  <a:srgbClr val="2A00FF"/>
                </a:solidFill>
                <a:latin typeface="Consolas"/>
              </a:rPr>
              <a:t>firstName</a:t>
            </a:r>
            <a:r>
              <a:rPr lang="en-US" dirty="0">
                <a:solidFill>
                  <a:srgbClr val="2A00FF"/>
                </a:solidFill>
                <a:latin typeface="Consolas"/>
              </a:rPr>
              <a:t>"</a:t>
            </a:r>
            <a:r>
              <a:rPr lang="en-US" dirty="0">
                <a:solidFill>
                  <a:srgbClr val="000000"/>
                </a:solidFill>
                <a:latin typeface="Consolas"/>
              </a:rPr>
              <a:t>:</a:t>
            </a:r>
          </a:p>
          <a:p>
            <a:pPr>
              <a:spcBef>
                <a:spcPts val="0"/>
              </a:spcBef>
            </a:pPr>
            <a:r>
              <a:rPr lang="en-US" dirty="0">
                <a:solidFill>
                  <a:srgbClr val="000000"/>
                </a:solidFill>
                <a:latin typeface="Consolas"/>
              </a:rPr>
              <a:t>   </a:t>
            </a:r>
            <a:r>
              <a:rPr lang="en-US" dirty="0" smtClean="0">
                <a:solidFill>
                  <a:srgbClr val="000000"/>
                </a:solidFill>
                <a:latin typeface="Consolas"/>
              </a:rPr>
              <a:t>             </a:t>
            </a:r>
            <a:r>
              <a:rPr lang="en-US" dirty="0" err="1">
                <a:solidFill>
                  <a:srgbClr val="6A3E3E"/>
                </a:solidFill>
                <a:latin typeface="Consolas"/>
              </a:rPr>
              <a:t>currentStudent</a:t>
            </a:r>
            <a:r>
              <a:rPr lang="en-US" dirty="0" err="1">
                <a:solidFill>
                  <a:srgbClr val="000000"/>
                </a:solidFill>
                <a:latin typeface="Consolas"/>
              </a:rPr>
              <a:t>.setFirstName</a:t>
            </a:r>
            <a:r>
              <a:rPr lang="en-US" dirty="0">
                <a:solidFill>
                  <a:srgbClr val="000000"/>
                </a:solidFill>
                <a:latin typeface="Consolas"/>
              </a:rPr>
              <a:t>(</a:t>
            </a:r>
            <a:r>
              <a:rPr lang="en-US" dirty="0" err="1">
                <a:solidFill>
                  <a:srgbClr val="6A3E3E"/>
                </a:solidFill>
                <a:latin typeface="Consolas"/>
              </a:rPr>
              <a:t>tagContent</a:t>
            </a:r>
            <a:r>
              <a:rPr lang="en-US" dirty="0">
                <a:solidFill>
                  <a:srgbClr val="000000"/>
                </a:solidFill>
                <a:latin typeface="Consolas"/>
              </a:rPr>
              <a:t>);</a:t>
            </a:r>
          </a:p>
          <a:p>
            <a:pPr>
              <a:spcBef>
                <a:spcPts val="0"/>
              </a:spcBef>
            </a:pPr>
            <a:r>
              <a:rPr lang="en-US" dirty="0">
                <a:solidFill>
                  <a:srgbClr val="000000"/>
                </a:solidFill>
                <a:latin typeface="Consolas"/>
              </a:rPr>
              <a:t>   </a:t>
            </a:r>
            <a:r>
              <a:rPr lang="en-US" dirty="0" smtClean="0">
                <a:solidFill>
                  <a:srgbClr val="000000"/>
                </a:solidFill>
                <a:latin typeface="Consolas"/>
              </a:rPr>
              <a:t>             </a:t>
            </a:r>
            <a:r>
              <a:rPr lang="en-US" dirty="0">
                <a:solidFill>
                  <a:srgbClr val="7F0055"/>
                </a:solidFill>
                <a:latin typeface="Consolas"/>
              </a:rPr>
              <a:t>break</a:t>
            </a:r>
            <a:r>
              <a:rPr lang="en-US" dirty="0">
                <a:solidFill>
                  <a:srgbClr val="000000"/>
                </a:solidFill>
                <a:latin typeface="Consolas"/>
              </a:rPr>
              <a:t>;</a:t>
            </a:r>
          </a:p>
          <a:p>
            <a:pPr>
              <a:spcBef>
                <a:spcPts val="0"/>
              </a:spcBef>
            </a:pPr>
            <a:r>
              <a:rPr lang="en-US" dirty="0">
                <a:solidFill>
                  <a:srgbClr val="000000"/>
                </a:solidFill>
                <a:latin typeface="Consolas"/>
              </a:rPr>
              <a:t>   </a:t>
            </a:r>
            <a:r>
              <a:rPr lang="en-US" dirty="0" smtClean="0">
                <a:solidFill>
                  <a:srgbClr val="000000"/>
                </a:solidFill>
                <a:latin typeface="Consolas"/>
              </a:rPr>
              <a:t>         </a:t>
            </a:r>
            <a:r>
              <a:rPr lang="en-US" dirty="0">
                <a:solidFill>
                  <a:srgbClr val="7F0055"/>
                </a:solidFill>
                <a:latin typeface="Consolas"/>
              </a:rPr>
              <a:t>case</a:t>
            </a:r>
            <a:r>
              <a:rPr lang="en-US" dirty="0">
                <a:solidFill>
                  <a:srgbClr val="000000"/>
                </a:solidFill>
                <a:latin typeface="Consolas"/>
              </a:rPr>
              <a:t> </a:t>
            </a:r>
            <a:r>
              <a:rPr lang="en-US" dirty="0">
                <a:solidFill>
                  <a:srgbClr val="2A00FF"/>
                </a:solidFill>
                <a:latin typeface="Consolas"/>
              </a:rPr>
              <a:t>"</a:t>
            </a:r>
            <a:r>
              <a:rPr lang="en-US" dirty="0" err="1">
                <a:solidFill>
                  <a:srgbClr val="2A00FF"/>
                </a:solidFill>
                <a:latin typeface="Consolas"/>
              </a:rPr>
              <a:t>lastName</a:t>
            </a:r>
            <a:r>
              <a:rPr lang="en-US" dirty="0">
                <a:solidFill>
                  <a:srgbClr val="2A00FF"/>
                </a:solidFill>
                <a:latin typeface="Consolas"/>
              </a:rPr>
              <a:t>"</a:t>
            </a:r>
            <a:r>
              <a:rPr lang="en-US" dirty="0">
                <a:solidFill>
                  <a:srgbClr val="000000"/>
                </a:solidFill>
                <a:latin typeface="Consolas"/>
              </a:rPr>
              <a:t>:</a:t>
            </a:r>
          </a:p>
          <a:p>
            <a:pPr>
              <a:spcBef>
                <a:spcPts val="0"/>
              </a:spcBef>
            </a:pPr>
            <a:r>
              <a:rPr lang="en-US" dirty="0">
                <a:solidFill>
                  <a:srgbClr val="000000"/>
                </a:solidFill>
                <a:latin typeface="Consolas"/>
              </a:rPr>
              <a:t>   </a:t>
            </a:r>
            <a:r>
              <a:rPr lang="en-US" dirty="0" smtClean="0">
                <a:solidFill>
                  <a:srgbClr val="000000"/>
                </a:solidFill>
                <a:latin typeface="Consolas"/>
              </a:rPr>
              <a:t>             </a:t>
            </a:r>
            <a:r>
              <a:rPr lang="en-US" dirty="0" err="1">
                <a:solidFill>
                  <a:srgbClr val="6A3E3E"/>
                </a:solidFill>
                <a:latin typeface="Consolas"/>
              </a:rPr>
              <a:t>currentStudent</a:t>
            </a:r>
            <a:r>
              <a:rPr lang="en-US" dirty="0" err="1">
                <a:solidFill>
                  <a:srgbClr val="000000"/>
                </a:solidFill>
                <a:latin typeface="Consolas"/>
              </a:rPr>
              <a:t>.setLastName</a:t>
            </a:r>
            <a:r>
              <a:rPr lang="en-US" dirty="0">
                <a:solidFill>
                  <a:srgbClr val="000000"/>
                </a:solidFill>
                <a:latin typeface="Consolas"/>
              </a:rPr>
              <a:t>(</a:t>
            </a:r>
            <a:r>
              <a:rPr lang="en-US" dirty="0" err="1">
                <a:solidFill>
                  <a:srgbClr val="6A3E3E"/>
                </a:solidFill>
                <a:latin typeface="Consolas"/>
              </a:rPr>
              <a:t>tagContent</a:t>
            </a:r>
            <a:r>
              <a:rPr lang="en-US" dirty="0">
                <a:solidFill>
                  <a:srgbClr val="000000"/>
                </a:solidFill>
                <a:latin typeface="Consolas"/>
              </a:rPr>
              <a:t>);</a:t>
            </a:r>
          </a:p>
          <a:p>
            <a:pPr>
              <a:spcBef>
                <a:spcPts val="0"/>
              </a:spcBef>
            </a:pPr>
            <a:r>
              <a:rPr lang="en-US" dirty="0">
                <a:solidFill>
                  <a:srgbClr val="000000"/>
                </a:solidFill>
                <a:latin typeface="Consolas"/>
              </a:rPr>
              <a:t>   </a:t>
            </a:r>
            <a:r>
              <a:rPr lang="en-US" dirty="0" smtClean="0">
                <a:solidFill>
                  <a:srgbClr val="000000"/>
                </a:solidFill>
                <a:latin typeface="Consolas"/>
              </a:rPr>
              <a:t>             </a:t>
            </a:r>
            <a:r>
              <a:rPr lang="en-US" dirty="0">
                <a:solidFill>
                  <a:srgbClr val="7F0055"/>
                </a:solidFill>
                <a:latin typeface="Consolas"/>
              </a:rPr>
              <a:t>break</a:t>
            </a:r>
            <a:r>
              <a:rPr lang="en-US" dirty="0">
                <a:solidFill>
                  <a:srgbClr val="000000"/>
                </a:solidFill>
                <a:latin typeface="Consolas"/>
              </a:rPr>
              <a:t>;</a:t>
            </a:r>
          </a:p>
          <a:p>
            <a:pPr>
              <a:spcBef>
                <a:spcPts val="0"/>
              </a:spcBef>
            </a:pPr>
            <a:r>
              <a:rPr lang="en-US" dirty="0">
                <a:solidFill>
                  <a:srgbClr val="000000"/>
                </a:solidFill>
                <a:latin typeface="Consolas"/>
              </a:rPr>
              <a:t>   </a:t>
            </a:r>
            <a:r>
              <a:rPr lang="en-US" dirty="0" smtClean="0">
                <a:solidFill>
                  <a:srgbClr val="000000"/>
                </a:solidFill>
                <a:latin typeface="Consolas"/>
              </a:rPr>
              <a:t>         </a:t>
            </a:r>
            <a:r>
              <a:rPr lang="en-US" dirty="0">
                <a:solidFill>
                  <a:srgbClr val="7F0055"/>
                </a:solidFill>
                <a:latin typeface="Consolas"/>
              </a:rPr>
              <a:t>case</a:t>
            </a:r>
            <a:r>
              <a:rPr lang="en-US" dirty="0">
                <a:solidFill>
                  <a:srgbClr val="000000"/>
                </a:solidFill>
                <a:latin typeface="Consolas"/>
              </a:rPr>
              <a:t> </a:t>
            </a:r>
            <a:r>
              <a:rPr lang="en-US" dirty="0">
                <a:solidFill>
                  <a:srgbClr val="2A00FF"/>
                </a:solidFill>
                <a:latin typeface="Consolas"/>
              </a:rPr>
              <a:t>"department"</a:t>
            </a:r>
            <a:r>
              <a:rPr lang="en-US" dirty="0">
                <a:solidFill>
                  <a:srgbClr val="000000"/>
                </a:solidFill>
                <a:latin typeface="Consolas"/>
              </a:rPr>
              <a:t>:</a:t>
            </a:r>
          </a:p>
          <a:p>
            <a:pPr>
              <a:spcBef>
                <a:spcPts val="0"/>
              </a:spcBef>
            </a:pPr>
            <a:r>
              <a:rPr lang="en-US" dirty="0">
                <a:solidFill>
                  <a:srgbClr val="000000"/>
                </a:solidFill>
                <a:latin typeface="Consolas"/>
              </a:rPr>
              <a:t>   </a:t>
            </a:r>
            <a:r>
              <a:rPr lang="en-US" dirty="0" smtClean="0">
                <a:solidFill>
                  <a:srgbClr val="000000"/>
                </a:solidFill>
                <a:latin typeface="Consolas"/>
              </a:rPr>
              <a:t>             </a:t>
            </a:r>
            <a:r>
              <a:rPr lang="en-US" dirty="0" err="1">
                <a:solidFill>
                  <a:srgbClr val="6A3E3E"/>
                </a:solidFill>
                <a:latin typeface="Consolas"/>
              </a:rPr>
              <a:t>currentStudent</a:t>
            </a:r>
            <a:r>
              <a:rPr lang="en-US" dirty="0" err="1">
                <a:solidFill>
                  <a:srgbClr val="000000"/>
                </a:solidFill>
                <a:latin typeface="Consolas"/>
              </a:rPr>
              <a:t>.setDepartment</a:t>
            </a:r>
            <a:r>
              <a:rPr lang="en-US" dirty="0">
                <a:solidFill>
                  <a:srgbClr val="000000"/>
                </a:solidFill>
                <a:latin typeface="Consolas"/>
              </a:rPr>
              <a:t>(</a:t>
            </a:r>
            <a:r>
              <a:rPr lang="en-US" dirty="0" err="1">
                <a:solidFill>
                  <a:srgbClr val="6A3E3E"/>
                </a:solidFill>
                <a:latin typeface="Consolas"/>
              </a:rPr>
              <a:t>tagContent</a:t>
            </a:r>
            <a:r>
              <a:rPr lang="en-US" dirty="0">
                <a:solidFill>
                  <a:srgbClr val="000000"/>
                </a:solidFill>
                <a:latin typeface="Consolas"/>
              </a:rPr>
              <a:t>);</a:t>
            </a:r>
          </a:p>
          <a:p>
            <a:pPr>
              <a:spcBef>
                <a:spcPts val="0"/>
              </a:spcBef>
            </a:pPr>
            <a:r>
              <a:rPr lang="en-US" dirty="0">
                <a:solidFill>
                  <a:srgbClr val="000000"/>
                </a:solidFill>
                <a:latin typeface="Consolas"/>
              </a:rPr>
              <a:t>   </a:t>
            </a:r>
            <a:r>
              <a:rPr lang="en-US" dirty="0" smtClean="0">
                <a:solidFill>
                  <a:srgbClr val="000000"/>
                </a:solidFill>
                <a:latin typeface="Consolas"/>
              </a:rPr>
              <a:t>             </a:t>
            </a:r>
            <a:r>
              <a:rPr lang="en-US" dirty="0">
                <a:solidFill>
                  <a:srgbClr val="7F0055"/>
                </a:solidFill>
                <a:latin typeface="Consolas"/>
              </a:rPr>
              <a:t>break</a:t>
            </a:r>
            <a:r>
              <a:rPr lang="en-US" dirty="0">
                <a:solidFill>
                  <a:srgbClr val="000000"/>
                </a:solidFill>
                <a:latin typeface="Consolas"/>
              </a:rPr>
              <a:t>;</a:t>
            </a:r>
          </a:p>
          <a:p>
            <a:pPr>
              <a:spcBef>
                <a:spcPts val="0"/>
              </a:spcBef>
            </a:pPr>
            <a:r>
              <a:rPr lang="bg-BG" dirty="0">
                <a:solidFill>
                  <a:srgbClr val="000000"/>
                </a:solidFill>
                <a:latin typeface="Consolas"/>
              </a:rPr>
              <a:t>   </a:t>
            </a:r>
            <a:r>
              <a:rPr lang="bg-BG" dirty="0" smtClean="0">
                <a:solidFill>
                  <a:srgbClr val="000000"/>
                </a:solidFill>
                <a:latin typeface="Consolas"/>
              </a:rPr>
              <a:t>     </a:t>
            </a:r>
            <a:r>
              <a:rPr lang="bg-BG" dirty="0">
                <a:solidFill>
                  <a:srgbClr val="000000"/>
                </a:solidFill>
                <a:latin typeface="Consolas"/>
              </a:rPr>
              <a:t>}</a:t>
            </a:r>
          </a:p>
          <a:p>
            <a:pPr>
              <a:spcBef>
                <a:spcPts val="0"/>
              </a:spcBef>
            </a:pPr>
            <a:r>
              <a:rPr lang="en-US" dirty="0">
                <a:solidFill>
                  <a:srgbClr val="000000"/>
                </a:solidFill>
                <a:latin typeface="Consolas"/>
              </a:rPr>
              <a:t>   </a:t>
            </a:r>
            <a:r>
              <a:rPr lang="bg-BG" dirty="0" smtClean="0">
                <a:solidFill>
                  <a:srgbClr val="000000"/>
                </a:solidFill>
                <a:latin typeface="Consolas"/>
              </a:rPr>
              <a:t> </a:t>
            </a:r>
            <a:r>
              <a:rPr lang="en-US" dirty="0" smtClean="0">
                <a:solidFill>
                  <a:srgbClr val="000000"/>
                </a:solidFill>
                <a:latin typeface="Consolas"/>
              </a:rPr>
              <a:t>    </a:t>
            </a:r>
            <a:r>
              <a:rPr lang="en-US" dirty="0">
                <a:solidFill>
                  <a:srgbClr val="7F0055"/>
                </a:solidFill>
                <a:latin typeface="Consolas"/>
              </a:rPr>
              <a:t>break</a:t>
            </a:r>
            <a:r>
              <a:rPr lang="en-US" dirty="0">
                <a:solidFill>
                  <a:srgbClr val="000000"/>
                </a:solidFill>
                <a:latin typeface="Consolas"/>
              </a:rPr>
              <a:t>;</a:t>
            </a:r>
            <a:endParaRPr lang="en-US" sz="2000" b="0" dirty="0"/>
          </a:p>
        </p:txBody>
      </p:sp>
    </p:spTree>
    <p:extLst>
      <p:ext uri="{BB962C8B-B14F-4D97-AF65-F5344CB8AC3E}">
        <p14:creationId xmlns:p14="http://schemas.microsoft.com/office/powerpoint/2010/main" val="3571907641"/>
      </p:ext>
    </p:extLst>
  </p:cSld>
  <p:clrMapOvr>
    <a:masterClrMapping/>
  </p:clrMapOvr>
  <p:transition spd="med"/>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0" dirty="0"/>
              <a:t>JavaScript Object Notation</a:t>
            </a:r>
            <a:endParaRPr lang="en-US" sz="3200" dirty="0"/>
          </a:p>
        </p:txBody>
      </p:sp>
      <p:sp>
        <p:nvSpPr>
          <p:cNvPr id="3" name="Text Placeholder 2"/>
          <p:cNvSpPr>
            <a:spLocks noGrp="1"/>
          </p:cNvSpPr>
          <p:nvPr>
            <p:ph type="body" sz="quarter" idx="10"/>
          </p:nvPr>
        </p:nvSpPr>
        <p:spPr>
          <a:xfrm>
            <a:off x="324000" y="1296365"/>
            <a:ext cx="8494713" cy="4785348"/>
          </a:xfrm>
        </p:spPr>
        <p:txBody>
          <a:bodyPr/>
          <a:lstStyle/>
          <a:p>
            <a:pPr marL="342900" indent="-342900">
              <a:buFont typeface="Wingdings" panose="05000000000000000000" pitchFamily="2" charset="2"/>
              <a:buChar char="q"/>
            </a:pPr>
            <a:r>
              <a:rPr lang="bg-BG" sz="2300" b="0" dirty="0" smtClean="0"/>
              <a:t>Олекотен формат за размяна на данни</a:t>
            </a:r>
            <a:endParaRPr lang="en-US" sz="2300" b="0" dirty="0" smtClean="0"/>
          </a:p>
          <a:p>
            <a:pPr marL="342900" indent="-342900">
              <a:buFont typeface="Wingdings" panose="05000000000000000000" pitchFamily="2" charset="2"/>
              <a:buChar char="q"/>
            </a:pPr>
            <a:r>
              <a:rPr lang="ru-RU" sz="2300" b="0" dirty="0" smtClean="0"/>
              <a:t>Текстов: </a:t>
            </a:r>
            <a:r>
              <a:rPr lang="bg-BG" sz="2300" b="0" dirty="0" smtClean="0"/>
              <a:t>четим</a:t>
            </a:r>
            <a:r>
              <a:rPr lang="ru-RU" sz="2300" b="0" dirty="0" smtClean="0"/>
              <a:t> от хора и от </a:t>
            </a:r>
            <a:r>
              <a:rPr lang="bg-BG" sz="2300" b="0" dirty="0" smtClean="0"/>
              <a:t>компютри</a:t>
            </a:r>
          </a:p>
          <a:p>
            <a:pPr marL="342900" indent="-342900">
              <a:buFont typeface="Wingdings" panose="05000000000000000000" pitchFamily="2" charset="2"/>
              <a:buChar char="q"/>
            </a:pPr>
            <a:r>
              <a:rPr lang="bg-BG" sz="2300" b="0" dirty="0" smtClean="0"/>
              <a:t>Базира се на </a:t>
            </a:r>
            <a:r>
              <a:rPr lang="en-US" sz="2300" b="0" dirty="0" smtClean="0"/>
              <a:t>JavaScript, </a:t>
            </a:r>
            <a:r>
              <a:rPr lang="bg-BG" sz="2300" b="0" dirty="0" smtClean="0"/>
              <a:t>но не зависи от никой език</a:t>
            </a:r>
            <a:endParaRPr lang="en-US" sz="2300" b="0" dirty="0" smtClean="0"/>
          </a:p>
          <a:p>
            <a:pPr marL="342900" indent="-342900">
              <a:buFont typeface="Wingdings" panose="05000000000000000000" pitchFamily="2" charset="2"/>
              <a:buChar char="q"/>
            </a:pPr>
            <a:r>
              <a:rPr lang="bg-BG" sz="2300" b="0" dirty="0" smtClean="0"/>
              <a:t>Основни понятия</a:t>
            </a:r>
          </a:p>
          <a:p>
            <a:pPr marL="702900" lvl="3" indent="-342900">
              <a:buFont typeface="Wingdings" panose="05000000000000000000" pitchFamily="2" charset="2"/>
              <a:buChar char="q"/>
            </a:pPr>
            <a:r>
              <a:rPr lang="en-US" sz="2000" dirty="0" smtClean="0"/>
              <a:t>object </a:t>
            </a:r>
            <a:r>
              <a:rPr lang="bg-BG" sz="2000" dirty="0" smtClean="0"/>
              <a:t>– неподредено множество от двойки ключ:стойност, всеки обект започва с </a:t>
            </a:r>
            <a:r>
              <a:rPr lang="en-US" sz="2000" dirty="0" smtClean="0"/>
              <a:t>{ </a:t>
            </a:r>
            <a:r>
              <a:rPr lang="bg-BG" sz="2000" dirty="0" smtClean="0"/>
              <a:t>и завършва с </a:t>
            </a:r>
            <a:r>
              <a:rPr lang="en-US" sz="2000" dirty="0" smtClean="0"/>
              <a:t>}</a:t>
            </a:r>
            <a:r>
              <a:rPr lang="bg-BG" sz="2000" dirty="0" smtClean="0"/>
              <a:t> </a:t>
            </a:r>
          </a:p>
          <a:p>
            <a:pPr marL="702900" lvl="3" indent="-342900">
              <a:buFont typeface="Wingdings" panose="05000000000000000000" pitchFamily="2" charset="2"/>
              <a:buChar char="q"/>
            </a:pPr>
            <a:r>
              <a:rPr lang="en-US" sz="2000" b="0" dirty="0" smtClean="0"/>
              <a:t>array – </a:t>
            </a:r>
            <a:r>
              <a:rPr lang="bg-BG" sz="2000" dirty="0" smtClean="0"/>
              <a:t>колекция от стойности, започва с </a:t>
            </a:r>
            <a:r>
              <a:rPr lang="en-US" sz="2000" dirty="0" smtClean="0"/>
              <a:t>[</a:t>
            </a:r>
            <a:r>
              <a:rPr lang="bg-BG" sz="2000" dirty="0" smtClean="0"/>
              <a:t> и завършва с </a:t>
            </a:r>
            <a:r>
              <a:rPr lang="en-US" sz="2000" dirty="0" smtClean="0"/>
              <a:t>]</a:t>
            </a:r>
            <a:r>
              <a:rPr lang="bg-BG" sz="2000" dirty="0" smtClean="0"/>
              <a:t> стойностите се разделени със запетайки</a:t>
            </a:r>
            <a:endParaRPr lang="en-US" sz="2000" b="0" dirty="0" smtClean="0"/>
          </a:p>
          <a:p>
            <a:pPr marL="702900" lvl="3" indent="-342900">
              <a:buFont typeface="Wingdings" panose="05000000000000000000" pitchFamily="2" charset="2"/>
              <a:buChar char="q"/>
            </a:pPr>
            <a:r>
              <a:rPr lang="en-US" sz="2000" dirty="0" smtClean="0"/>
              <a:t>value – </a:t>
            </a:r>
            <a:r>
              <a:rPr lang="bg-BG" sz="2000" dirty="0" smtClean="0"/>
              <a:t>може да бъде низ, число, булева стойност, </a:t>
            </a:r>
            <a:r>
              <a:rPr lang="en-US" sz="2000" dirty="0" smtClean="0"/>
              <a:t>null</a:t>
            </a:r>
            <a:r>
              <a:rPr lang="bg-BG" sz="2000" dirty="0" smtClean="0"/>
              <a:t>, </a:t>
            </a:r>
            <a:r>
              <a:rPr lang="en-US" sz="2000" dirty="0" smtClean="0"/>
              <a:t>object </a:t>
            </a:r>
            <a:r>
              <a:rPr lang="bg-BG" sz="2000" dirty="0" smtClean="0"/>
              <a:t>или </a:t>
            </a:r>
            <a:r>
              <a:rPr lang="en-US" sz="2000" dirty="0" smtClean="0"/>
              <a:t>array</a:t>
            </a:r>
          </a:p>
          <a:p>
            <a:pPr marL="342900" indent="-342900">
              <a:buFont typeface="Wingdings" panose="05000000000000000000" pitchFamily="2" charset="2"/>
              <a:buChar char="q"/>
            </a:pPr>
            <a:r>
              <a:rPr lang="ru-RU" sz="2300" b="0" dirty="0" smtClean="0"/>
              <a:t>Приложение: </a:t>
            </a:r>
          </a:p>
          <a:p>
            <a:pPr marL="702900" lvl="3" indent="-342900">
              <a:buFont typeface="Wingdings" panose="05000000000000000000" pitchFamily="2" charset="2"/>
              <a:buChar char="q"/>
            </a:pPr>
            <a:r>
              <a:rPr lang="ru-RU" sz="2000" b="0" dirty="0" smtClean="0"/>
              <a:t>описание на </a:t>
            </a:r>
            <a:r>
              <a:rPr lang="bg-BG" sz="2000" b="0" dirty="0" smtClean="0"/>
              <a:t>сложни</a:t>
            </a:r>
            <a:r>
              <a:rPr lang="ru-RU" sz="2000" b="0" dirty="0" smtClean="0"/>
              <a:t> </a:t>
            </a:r>
            <a:r>
              <a:rPr lang="ru-RU" sz="2000" b="0" dirty="0" err="1" smtClean="0"/>
              <a:t>структури</a:t>
            </a:r>
            <a:r>
              <a:rPr lang="ru-RU" sz="2000" b="0" dirty="0" smtClean="0"/>
              <a:t> от </a:t>
            </a:r>
            <a:r>
              <a:rPr lang="ru-RU" sz="2000" b="0" dirty="0" err="1" smtClean="0"/>
              <a:t>данни</a:t>
            </a:r>
            <a:endParaRPr lang="ru-RU" sz="2000" b="0" dirty="0" smtClean="0"/>
          </a:p>
          <a:p>
            <a:pPr marL="702900" lvl="3" indent="-342900">
              <a:buFont typeface="Wingdings" panose="05000000000000000000" pitchFamily="2" charset="2"/>
              <a:buChar char="q"/>
            </a:pPr>
            <a:r>
              <a:rPr lang="ru-RU" sz="2000" dirty="0" err="1" smtClean="0"/>
              <a:t>съхранение</a:t>
            </a:r>
            <a:r>
              <a:rPr lang="ru-RU" sz="2000" dirty="0" smtClean="0"/>
              <a:t> и обмен на информация</a:t>
            </a:r>
          </a:p>
          <a:p>
            <a:pPr marL="702900" lvl="3" indent="-342900">
              <a:buFont typeface="Wingdings" panose="05000000000000000000" pitchFamily="2" charset="2"/>
              <a:buChar char="q"/>
            </a:pPr>
            <a:endParaRPr lang="ru-RU" sz="2000" dirty="0" smtClean="0"/>
          </a:p>
          <a:p>
            <a:pPr marL="702900" lvl="3" indent="-342900">
              <a:buFont typeface="Wingdings" panose="05000000000000000000" pitchFamily="2" charset="2"/>
              <a:buChar char="q"/>
            </a:pPr>
            <a:endParaRPr lang="ru-RU" sz="2000" b="0" dirty="0"/>
          </a:p>
        </p:txBody>
      </p:sp>
    </p:spTree>
    <p:extLst>
      <p:ext uri="{BB962C8B-B14F-4D97-AF65-F5344CB8AC3E}">
        <p14:creationId xmlns:p14="http://schemas.microsoft.com/office/powerpoint/2010/main" val="3424727937"/>
      </p:ext>
    </p:extLst>
  </p:cSld>
  <p:clrMapOvr>
    <a:masterClrMapping/>
  </p:clrMapOvr>
  <p:transition spd="med"/>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sz="3200" b="0" dirty="0" smtClean="0"/>
              <a:t>Примерен </a:t>
            </a:r>
            <a:r>
              <a:rPr lang="en-US" sz="3200" b="0" dirty="0" smtClean="0"/>
              <a:t>JSON</a:t>
            </a:r>
            <a:endParaRPr lang="en-US" sz="3200" dirty="0"/>
          </a:p>
        </p:txBody>
      </p:sp>
      <p:sp>
        <p:nvSpPr>
          <p:cNvPr id="6" name="Text Placeholder 2"/>
          <p:cNvSpPr>
            <a:spLocks noGrp="1"/>
          </p:cNvSpPr>
          <p:nvPr>
            <p:ph type="body" sz="quarter" idx="10"/>
          </p:nvPr>
        </p:nvSpPr>
        <p:spPr>
          <a:xfrm>
            <a:off x="324000" y="1296365"/>
            <a:ext cx="8494713" cy="4785348"/>
          </a:xfrm>
        </p:spPr>
        <p:txBody>
          <a:bodyPr/>
          <a:lstStyle/>
          <a:p>
            <a:pPr>
              <a:spcBef>
                <a:spcPts val="0"/>
              </a:spcBef>
            </a:pPr>
            <a:r>
              <a:rPr lang="en-US" sz="2400" b="0" dirty="0">
                <a:latin typeface="Courier New" panose="02070309020205020404" pitchFamily="49" charset="0"/>
                <a:cs typeface="Courier New" panose="02070309020205020404" pitchFamily="49" charset="0"/>
              </a:rPr>
              <a:t>{</a:t>
            </a:r>
          </a:p>
          <a:p>
            <a:pPr>
              <a:spcBef>
                <a:spcPts val="0"/>
              </a:spcBef>
            </a:pPr>
            <a:r>
              <a:rPr lang="en-US" sz="2400" b="0" dirty="0">
                <a:latin typeface="Courier New" panose="02070309020205020404" pitchFamily="49" charset="0"/>
                <a:cs typeface="Courier New" panose="02070309020205020404" pitchFamily="49" charset="0"/>
              </a:rPr>
              <a:t>    "students": [</a:t>
            </a:r>
          </a:p>
          <a:p>
            <a:pPr>
              <a:spcBef>
                <a:spcPts val="0"/>
              </a:spcBef>
            </a:pPr>
            <a:r>
              <a:rPr lang="en-US" sz="2400" b="0" dirty="0">
                <a:latin typeface="Courier New" panose="02070309020205020404" pitchFamily="49" charset="0"/>
                <a:cs typeface="Courier New" panose="02070309020205020404" pitchFamily="49" charset="0"/>
              </a:rPr>
              <a:t>        {</a:t>
            </a:r>
          </a:p>
          <a:p>
            <a:pPr>
              <a:spcBef>
                <a:spcPts val="0"/>
              </a:spcBef>
            </a:pPr>
            <a:r>
              <a:rPr lang="en-US" sz="2400" b="0" dirty="0">
                <a:latin typeface="Courier New" panose="02070309020205020404" pitchFamily="49" charset="0"/>
                <a:cs typeface="Courier New" panose="02070309020205020404" pitchFamily="49" charset="0"/>
              </a:rPr>
              <a:t>            "id": 111,</a:t>
            </a:r>
          </a:p>
          <a:p>
            <a:pPr>
              <a:spcBef>
                <a:spcPts val="0"/>
              </a:spcBef>
            </a:pPr>
            <a:r>
              <a:rPr lang="en-US" sz="2400" b="0" dirty="0">
                <a:latin typeface="Courier New" panose="02070309020205020404" pitchFamily="49" charset="0"/>
                <a:cs typeface="Courier New" panose="02070309020205020404" pitchFamily="49" charset="0"/>
              </a:rPr>
              <a:t>            "</a:t>
            </a:r>
            <a:r>
              <a:rPr lang="en-US" sz="2400" b="0" dirty="0" err="1">
                <a:latin typeface="Courier New" panose="02070309020205020404" pitchFamily="49" charset="0"/>
                <a:cs typeface="Courier New" panose="02070309020205020404" pitchFamily="49" charset="0"/>
              </a:rPr>
              <a:t>firstName</a:t>
            </a:r>
            <a:r>
              <a:rPr lang="en-US" sz="2400" b="0" dirty="0">
                <a:latin typeface="Courier New" panose="02070309020205020404" pitchFamily="49" charset="0"/>
                <a:cs typeface="Courier New" panose="02070309020205020404" pitchFamily="49" charset="0"/>
              </a:rPr>
              <a:t>": "Ivan",</a:t>
            </a:r>
          </a:p>
          <a:p>
            <a:pPr>
              <a:spcBef>
                <a:spcPts val="0"/>
              </a:spcBef>
            </a:pPr>
            <a:r>
              <a:rPr lang="en-US" sz="2400" b="0" dirty="0">
                <a:latin typeface="Courier New" panose="02070309020205020404" pitchFamily="49" charset="0"/>
                <a:cs typeface="Courier New" panose="02070309020205020404" pitchFamily="49" charset="0"/>
              </a:rPr>
              <a:t>            "</a:t>
            </a:r>
            <a:r>
              <a:rPr lang="en-US" sz="2400" b="0" dirty="0" err="1">
                <a:latin typeface="Courier New" panose="02070309020205020404" pitchFamily="49" charset="0"/>
                <a:cs typeface="Courier New" panose="02070309020205020404" pitchFamily="49" charset="0"/>
              </a:rPr>
              <a:t>lastName</a:t>
            </a:r>
            <a:r>
              <a:rPr lang="en-US" sz="2400" b="0" dirty="0">
                <a:latin typeface="Courier New" panose="02070309020205020404" pitchFamily="49" charset="0"/>
                <a:cs typeface="Courier New" panose="02070309020205020404" pitchFamily="49" charset="0"/>
              </a:rPr>
              <a:t>": "</a:t>
            </a:r>
            <a:r>
              <a:rPr lang="en-US" sz="2400" b="0" dirty="0" smtClean="0">
                <a:latin typeface="Courier New" panose="02070309020205020404" pitchFamily="49" charset="0"/>
                <a:cs typeface="Courier New" panose="02070309020205020404" pitchFamily="49" charset="0"/>
              </a:rPr>
              <a:t>Ivanov"</a:t>
            </a:r>
            <a:endParaRPr lang="bg-BG" sz="2400" b="0" dirty="0" smtClean="0">
              <a:latin typeface="Courier New" panose="02070309020205020404" pitchFamily="49" charset="0"/>
              <a:cs typeface="Courier New" panose="02070309020205020404" pitchFamily="49" charset="0"/>
            </a:endParaRPr>
          </a:p>
          <a:p>
            <a:pPr>
              <a:spcBef>
                <a:spcPts val="0"/>
              </a:spcBef>
            </a:pPr>
            <a:r>
              <a:rPr lang="bg-BG" sz="2400" b="0" dirty="0" smtClean="0">
                <a:latin typeface="Courier New" panose="02070309020205020404" pitchFamily="49" charset="0"/>
                <a:cs typeface="Courier New" panose="02070309020205020404" pitchFamily="49" charset="0"/>
              </a:rPr>
              <a:t>	</a:t>
            </a:r>
            <a:r>
              <a:rPr lang="en-US" sz="2400" b="0" dirty="0">
                <a:latin typeface="Courier New" panose="02070309020205020404" pitchFamily="49" charset="0"/>
                <a:cs typeface="Courier New" panose="02070309020205020404" pitchFamily="49" charset="0"/>
              </a:rPr>
              <a:t> </a:t>
            </a:r>
            <a:r>
              <a:rPr lang="en-US" sz="2400" b="0" dirty="0" smtClean="0">
                <a:latin typeface="Courier New" panose="02070309020205020404" pitchFamily="49" charset="0"/>
                <a:cs typeface="Courier New" panose="02070309020205020404" pitchFamily="49" charset="0"/>
              </a:rPr>
              <a:t>  },</a:t>
            </a:r>
          </a:p>
          <a:p>
            <a:pPr>
              <a:spcBef>
                <a:spcPts val="0"/>
              </a:spcBef>
            </a:pPr>
            <a:r>
              <a:rPr lang="en-US" sz="2400" b="0" dirty="0" smtClean="0">
                <a:latin typeface="Courier New" panose="02070309020205020404" pitchFamily="49" charset="0"/>
                <a:cs typeface="Courier New" panose="02070309020205020404" pitchFamily="49" charset="0"/>
              </a:rPr>
              <a:t>        </a:t>
            </a:r>
            <a:r>
              <a:rPr lang="en-US" sz="2400" b="0" dirty="0">
                <a:latin typeface="Courier New" panose="02070309020205020404" pitchFamily="49" charset="0"/>
                <a:cs typeface="Courier New" panose="02070309020205020404" pitchFamily="49" charset="0"/>
              </a:rPr>
              <a:t>{</a:t>
            </a:r>
          </a:p>
          <a:p>
            <a:pPr>
              <a:spcBef>
                <a:spcPts val="0"/>
              </a:spcBef>
            </a:pPr>
            <a:r>
              <a:rPr lang="en-US" sz="2400" b="0" dirty="0">
                <a:latin typeface="Courier New" panose="02070309020205020404" pitchFamily="49" charset="0"/>
                <a:cs typeface="Courier New" panose="02070309020205020404" pitchFamily="49" charset="0"/>
              </a:rPr>
              <a:t>            "id": 112,</a:t>
            </a:r>
          </a:p>
          <a:p>
            <a:pPr>
              <a:spcBef>
                <a:spcPts val="0"/>
              </a:spcBef>
            </a:pPr>
            <a:r>
              <a:rPr lang="en-US" sz="2400" b="0" dirty="0">
                <a:latin typeface="Courier New" panose="02070309020205020404" pitchFamily="49" charset="0"/>
                <a:cs typeface="Courier New" panose="02070309020205020404" pitchFamily="49" charset="0"/>
              </a:rPr>
              <a:t>            "</a:t>
            </a:r>
            <a:r>
              <a:rPr lang="en-US" sz="2400" b="0" dirty="0" err="1">
                <a:latin typeface="Courier New" panose="02070309020205020404" pitchFamily="49" charset="0"/>
                <a:cs typeface="Courier New" panose="02070309020205020404" pitchFamily="49" charset="0"/>
              </a:rPr>
              <a:t>firstName</a:t>
            </a:r>
            <a:r>
              <a:rPr lang="en-US" sz="2400" b="0" dirty="0">
                <a:latin typeface="Courier New" panose="02070309020205020404" pitchFamily="49" charset="0"/>
                <a:cs typeface="Courier New" panose="02070309020205020404" pitchFamily="49" charset="0"/>
              </a:rPr>
              <a:t>": "Petar",</a:t>
            </a:r>
          </a:p>
          <a:p>
            <a:pPr>
              <a:spcBef>
                <a:spcPts val="0"/>
              </a:spcBef>
            </a:pPr>
            <a:r>
              <a:rPr lang="en-US" sz="2400" b="0" dirty="0">
                <a:latin typeface="Courier New" panose="02070309020205020404" pitchFamily="49" charset="0"/>
                <a:cs typeface="Courier New" panose="02070309020205020404" pitchFamily="49" charset="0"/>
              </a:rPr>
              <a:t>            "</a:t>
            </a:r>
            <a:r>
              <a:rPr lang="en-US" sz="2400" b="0" dirty="0" err="1">
                <a:latin typeface="Courier New" panose="02070309020205020404" pitchFamily="49" charset="0"/>
                <a:cs typeface="Courier New" panose="02070309020205020404" pitchFamily="49" charset="0"/>
              </a:rPr>
              <a:t>lastName</a:t>
            </a:r>
            <a:r>
              <a:rPr lang="en-US" sz="2400" b="0" dirty="0">
                <a:latin typeface="Courier New" panose="02070309020205020404" pitchFamily="49" charset="0"/>
                <a:cs typeface="Courier New" panose="02070309020205020404" pitchFamily="49" charset="0"/>
              </a:rPr>
              <a:t>": "</a:t>
            </a:r>
            <a:r>
              <a:rPr lang="en-US" sz="2400" b="0" dirty="0" smtClean="0">
                <a:latin typeface="Courier New" panose="02070309020205020404" pitchFamily="49" charset="0"/>
                <a:cs typeface="Courier New" panose="02070309020205020404" pitchFamily="49" charset="0"/>
              </a:rPr>
              <a:t>Petrov"</a:t>
            </a:r>
          </a:p>
          <a:p>
            <a:pPr>
              <a:spcBef>
                <a:spcPts val="0"/>
              </a:spcBef>
            </a:pPr>
            <a:r>
              <a:rPr lang="en-US" sz="2400" b="0" dirty="0" smtClean="0">
                <a:latin typeface="Courier New" panose="02070309020205020404" pitchFamily="49" charset="0"/>
                <a:cs typeface="Courier New" panose="02070309020205020404" pitchFamily="49" charset="0"/>
              </a:rPr>
              <a:t>        </a:t>
            </a:r>
            <a:r>
              <a:rPr lang="en-US" sz="2400" b="0" dirty="0">
                <a:latin typeface="Courier New" panose="02070309020205020404" pitchFamily="49" charset="0"/>
                <a:cs typeface="Courier New" panose="02070309020205020404" pitchFamily="49" charset="0"/>
              </a:rPr>
              <a:t>}</a:t>
            </a:r>
          </a:p>
          <a:p>
            <a:pPr>
              <a:spcBef>
                <a:spcPts val="0"/>
              </a:spcBef>
            </a:pPr>
            <a:r>
              <a:rPr lang="en-US" sz="2400" b="0" dirty="0">
                <a:latin typeface="Courier New" panose="02070309020205020404" pitchFamily="49" charset="0"/>
                <a:cs typeface="Courier New" panose="02070309020205020404" pitchFamily="49" charset="0"/>
              </a:rPr>
              <a:t>    ]</a:t>
            </a:r>
          </a:p>
          <a:p>
            <a:pPr>
              <a:spcBef>
                <a:spcPts val="0"/>
              </a:spcBef>
            </a:pPr>
            <a:r>
              <a:rPr lang="en-US" sz="2400" b="0" dirty="0">
                <a:latin typeface="Courier New" panose="02070309020205020404" pitchFamily="49" charset="0"/>
                <a:cs typeface="Courier New" panose="02070309020205020404" pitchFamily="49" charset="0"/>
              </a:rPr>
              <a:t>}</a:t>
            </a:r>
            <a:endParaRPr lang="en-US" sz="2400" b="0" dirty="0" smtClean="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772522956"/>
      </p:ext>
    </p:extLst>
  </p:cSld>
  <p:clrMapOvr>
    <a:masterClrMapping/>
  </p:clrMapOvr>
  <p:transition spd="med"/>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sz="3200" b="0" dirty="0" smtClean="0"/>
              <a:t>Въведение в </a:t>
            </a:r>
            <a:r>
              <a:rPr lang="en-US" sz="3200" b="0" dirty="0" smtClean="0"/>
              <a:t>JSONP</a:t>
            </a:r>
            <a:endParaRPr lang="en-US" sz="3200" dirty="0"/>
          </a:p>
        </p:txBody>
      </p:sp>
      <p:sp>
        <p:nvSpPr>
          <p:cNvPr id="3" name="Text Placeholder 2"/>
          <p:cNvSpPr>
            <a:spLocks noGrp="1"/>
          </p:cNvSpPr>
          <p:nvPr>
            <p:ph type="body" sz="quarter" idx="10"/>
          </p:nvPr>
        </p:nvSpPr>
        <p:spPr>
          <a:xfrm>
            <a:off x="324000" y="1296365"/>
            <a:ext cx="8494713" cy="4785348"/>
          </a:xfrm>
        </p:spPr>
        <p:txBody>
          <a:bodyPr/>
          <a:lstStyle/>
          <a:p>
            <a:pPr marL="342900" indent="-342900">
              <a:buFont typeface="Wingdings" panose="05000000000000000000" pitchFamily="2" charset="2"/>
              <a:buChar char="q"/>
            </a:pPr>
            <a:r>
              <a:rPr lang="en-US" sz="2300" b="0" dirty="0" smtClean="0"/>
              <a:t>Java API for JSON Processing</a:t>
            </a:r>
          </a:p>
          <a:p>
            <a:pPr marL="342900" indent="-342900">
              <a:buFont typeface="Wingdings" panose="05000000000000000000" pitchFamily="2" charset="2"/>
              <a:buChar char="q"/>
            </a:pPr>
            <a:r>
              <a:rPr lang="bg-BG" sz="2300" b="0" dirty="0" smtClean="0"/>
              <a:t>Предоставя удобен начин за обработка на </a:t>
            </a:r>
            <a:r>
              <a:rPr lang="en-US" sz="2300" b="0" dirty="0" smtClean="0"/>
              <a:t>JSON </a:t>
            </a:r>
            <a:r>
              <a:rPr lang="bg-BG" sz="2300" b="0" dirty="0" smtClean="0"/>
              <a:t>текст</a:t>
            </a:r>
          </a:p>
          <a:p>
            <a:pPr marL="342900" indent="-342900">
              <a:buFont typeface="Wingdings" panose="05000000000000000000" pitchFamily="2" charset="2"/>
              <a:buChar char="q"/>
            </a:pPr>
            <a:r>
              <a:rPr lang="bg-BG" sz="2300" b="0" dirty="0" smtClean="0"/>
              <a:t>Програмни модели</a:t>
            </a:r>
          </a:p>
          <a:p>
            <a:pPr marL="702900" lvl="3" indent="-342900">
              <a:buFont typeface="Wingdings" panose="05000000000000000000" pitchFamily="2" charset="2"/>
              <a:buChar char="q"/>
            </a:pPr>
            <a:r>
              <a:rPr lang="en-US" sz="2000" dirty="0" smtClean="0"/>
              <a:t>object model – </a:t>
            </a:r>
            <a:r>
              <a:rPr lang="bg-BG" sz="2000" dirty="0" smtClean="0"/>
              <a:t>създава дърво, което репрезентира </a:t>
            </a:r>
            <a:r>
              <a:rPr lang="en-US" sz="2000" dirty="0" smtClean="0"/>
              <a:t>JSON</a:t>
            </a:r>
            <a:r>
              <a:rPr lang="bg-BG" sz="2000" dirty="0"/>
              <a:t> </a:t>
            </a:r>
            <a:r>
              <a:rPr lang="bg-BG" sz="2000" dirty="0" smtClean="0"/>
              <a:t>текста в паметта. Лесно се </a:t>
            </a:r>
            <a:r>
              <a:rPr lang="bg-BG" sz="2000" dirty="0" err="1" smtClean="0"/>
              <a:t>навигира</a:t>
            </a:r>
            <a:r>
              <a:rPr lang="bg-BG" sz="2000" dirty="0" smtClean="0"/>
              <a:t> по дървото, но изисква повече памет и по-бавен.</a:t>
            </a:r>
            <a:endParaRPr lang="bg-BG" sz="2000" b="0" dirty="0" smtClean="0"/>
          </a:p>
          <a:p>
            <a:pPr marL="702900" lvl="3" indent="-342900">
              <a:buFont typeface="Wingdings" panose="05000000000000000000" pitchFamily="2" charset="2"/>
              <a:buChar char="q"/>
            </a:pPr>
            <a:r>
              <a:rPr lang="en-US" sz="2000" dirty="0" smtClean="0"/>
              <a:t>streaming model</a:t>
            </a:r>
            <a:r>
              <a:rPr lang="en-US" sz="2000" b="0" dirty="0" smtClean="0"/>
              <a:t> – </a:t>
            </a:r>
            <a:r>
              <a:rPr lang="bg-BG" sz="2000" b="0" dirty="0" smtClean="0"/>
              <a:t>използва </a:t>
            </a:r>
            <a:r>
              <a:rPr lang="en-US" sz="2000" b="0" dirty="0" smtClean="0"/>
              <a:t>parser </a:t>
            </a:r>
            <a:r>
              <a:rPr lang="bg-BG" sz="2000" b="0" dirty="0" smtClean="0"/>
              <a:t>базиран на </a:t>
            </a:r>
            <a:r>
              <a:rPr lang="en-US" sz="2000" b="0" dirty="0" smtClean="0"/>
              <a:t>event-</a:t>
            </a:r>
            <a:r>
              <a:rPr lang="bg-BG" sz="2000" b="0" dirty="0" smtClean="0"/>
              <a:t>и. </a:t>
            </a:r>
            <a:r>
              <a:rPr lang="bg-BG" sz="2000" dirty="0" smtClean="0"/>
              <a:t>Спира всеки път, когато намери край на обект, масив или стойност. Така се обработва по един елемент в даден момент. Не изисква много памет. Подходящ е ако елементите от </a:t>
            </a:r>
            <a:r>
              <a:rPr lang="en-US" sz="2000" dirty="0" smtClean="0"/>
              <a:t>JSON-</a:t>
            </a:r>
            <a:r>
              <a:rPr lang="bg-BG" sz="2000" dirty="0" smtClean="0"/>
              <a:t>а ни не зависят един от друг</a:t>
            </a:r>
            <a:endParaRPr lang="en-US" sz="2000" b="0" dirty="0" smtClean="0"/>
          </a:p>
          <a:p>
            <a:pPr marL="702900" lvl="3" indent="-342900">
              <a:buFont typeface="Wingdings" panose="05000000000000000000" pitchFamily="2" charset="2"/>
              <a:buChar char="q"/>
            </a:pPr>
            <a:endParaRPr lang="ru-RU" sz="2000" dirty="0" smtClean="0"/>
          </a:p>
          <a:p>
            <a:pPr marL="702900" lvl="3" indent="-342900">
              <a:buFont typeface="Wingdings" panose="05000000000000000000" pitchFamily="2" charset="2"/>
              <a:buChar char="q"/>
            </a:pPr>
            <a:endParaRPr lang="ru-RU" sz="2000" b="0" dirty="0"/>
          </a:p>
        </p:txBody>
      </p:sp>
    </p:spTree>
    <p:extLst>
      <p:ext uri="{BB962C8B-B14F-4D97-AF65-F5344CB8AC3E}">
        <p14:creationId xmlns:p14="http://schemas.microsoft.com/office/powerpoint/2010/main" val="1319979216"/>
      </p:ext>
    </p:extLst>
  </p:cSld>
  <p:clrMapOvr>
    <a:masterClrMapping/>
  </p:clrMapOvr>
  <p:transition spd="med"/>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0" dirty="0" smtClean="0"/>
              <a:t>Object Model API – </a:t>
            </a:r>
            <a:r>
              <a:rPr lang="bg-BG" sz="3200" b="0" dirty="0" smtClean="0"/>
              <a:t>зареждане на документа</a:t>
            </a:r>
            <a:endParaRPr lang="en-US" sz="3200" dirty="0"/>
          </a:p>
        </p:txBody>
      </p:sp>
      <p:sp>
        <p:nvSpPr>
          <p:cNvPr id="5" name="Text Placeholder 2"/>
          <p:cNvSpPr>
            <a:spLocks noGrp="1"/>
          </p:cNvSpPr>
          <p:nvPr>
            <p:ph type="body" sz="quarter" idx="10"/>
          </p:nvPr>
        </p:nvSpPr>
        <p:spPr>
          <a:xfrm>
            <a:off x="324000" y="1296365"/>
            <a:ext cx="8494713" cy="4785348"/>
          </a:xfrm>
        </p:spPr>
        <p:txBody>
          <a:bodyPr/>
          <a:lstStyle/>
          <a:p>
            <a:pPr marL="342900" indent="-342900">
              <a:buFont typeface="Wingdings" panose="05000000000000000000" pitchFamily="2" charset="2"/>
              <a:buChar char="q"/>
            </a:pPr>
            <a:r>
              <a:rPr lang="bg-BG" sz="2400" b="0" dirty="0" smtClean="0"/>
              <a:t>Създаване на </a:t>
            </a:r>
            <a:r>
              <a:rPr lang="en-US" sz="2400" b="0" dirty="0" smtClean="0"/>
              <a:t>reader</a:t>
            </a:r>
            <a:endParaRPr lang="bg-BG" sz="2400" b="0" dirty="0" smtClean="0"/>
          </a:p>
          <a:p>
            <a:pPr>
              <a:spcBef>
                <a:spcPts val="0"/>
              </a:spcBef>
            </a:pPr>
            <a:r>
              <a:rPr lang="en-US" b="0" dirty="0">
                <a:solidFill>
                  <a:srgbClr val="7F0055"/>
                </a:solidFill>
                <a:latin typeface="Consolas"/>
              </a:rPr>
              <a:t>import</a:t>
            </a:r>
            <a:r>
              <a:rPr lang="en-US" b="0" dirty="0">
                <a:solidFill>
                  <a:srgbClr val="000000"/>
                </a:solidFill>
                <a:latin typeface="Consolas"/>
              </a:rPr>
              <a:t> </a:t>
            </a:r>
            <a:r>
              <a:rPr lang="en-US" b="0" dirty="0" err="1" smtClean="0">
                <a:solidFill>
                  <a:srgbClr val="000000"/>
                </a:solidFill>
                <a:latin typeface="Consolas"/>
              </a:rPr>
              <a:t>java.io.FileReader</a:t>
            </a:r>
            <a:r>
              <a:rPr lang="en-US" b="0" dirty="0" smtClean="0">
                <a:solidFill>
                  <a:srgbClr val="000000"/>
                </a:solidFill>
                <a:latin typeface="Consolas"/>
              </a:rPr>
              <a:t>;</a:t>
            </a:r>
          </a:p>
          <a:p>
            <a:pPr>
              <a:spcBef>
                <a:spcPts val="0"/>
              </a:spcBef>
            </a:pPr>
            <a:r>
              <a:rPr lang="en-US" b="0" dirty="0">
                <a:solidFill>
                  <a:srgbClr val="7F0055"/>
                </a:solidFill>
                <a:latin typeface="Consolas"/>
              </a:rPr>
              <a:t>import</a:t>
            </a:r>
            <a:r>
              <a:rPr lang="en-US" b="0" dirty="0" smtClean="0">
                <a:solidFill>
                  <a:srgbClr val="000000"/>
                </a:solidFill>
                <a:latin typeface="Consolas"/>
              </a:rPr>
              <a:t> </a:t>
            </a:r>
            <a:r>
              <a:rPr lang="en-US" b="0" dirty="0" err="1" smtClean="0">
                <a:solidFill>
                  <a:srgbClr val="000000"/>
                </a:solidFill>
                <a:latin typeface="Consolas"/>
              </a:rPr>
              <a:t>javax.json.Json</a:t>
            </a:r>
            <a:r>
              <a:rPr lang="en-US" b="0" dirty="0" smtClean="0">
                <a:solidFill>
                  <a:srgbClr val="000000"/>
                </a:solidFill>
                <a:latin typeface="Consolas"/>
              </a:rPr>
              <a:t>;</a:t>
            </a:r>
          </a:p>
          <a:p>
            <a:pPr>
              <a:spcBef>
                <a:spcPts val="0"/>
              </a:spcBef>
            </a:pPr>
            <a:r>
              <a:rPr lang="en-US" b="0" dirty="0">
                <a:solidFill>
                  <a:srgbClr val="7F0055"/>
                </a:solidFill>
                <a:latin typeface="Consolas"/>
              </a:rPr>
              <a:t>import</a:t>
            </a:r>
            <a:r>
              <a:rPr lang="en-US" b="0" dirty="0">
                <a:solidFill>
                  <a:srgbClr val="000000"/>
                </a:solidFill>
                <a:latin typeface="Consolas"/>
              </a:rPr>
              <a:t> </a:t>
            </a:r>
            <a:r>
              <a:rPr lang="en-US" b="0" dirty="0" err="1" smtClean="0">
                <a:solidFill>
                  <a:srgbClr val="000000"/>
                </a:solidFill>
                <a:latin typeface="Consolas"/>
              </a:rPr>
              <a:t>javax.json.JsonReader</a:t>
            </a:r>
            <a:r>
              <a:rPr lang="en-US" b="0" dirty="0" smtClean="0">
                <a:solidFill>
                  <a:srgbClr val="000000"/>
                </a:solidFill>
                <a:latin typeface="Consolas"/>
              </a:rPr>
              <a:t>;</a:t>
            </a:r>
            <a:endParaRPr lang="en-US" b="0" dirty="0">
              <a:solidFill>
                <a:srgbClr val="000000"/>
              </a:solidFill>
              <a:latin typeface="Consolas"/>
            </a:endParaRPr>
          </a:p>
          <a:p>
            <a:pPr>
              <a:spcBef>
                <a:spcPts val="0"/>
              </a:spcBef>
            </a:pPr>
            <a:r>
              <a:rPr lang="en-US" b="0" dirty="0">
                <a:solidFill>
                  <a:srgbClr val="7F0055"/>
                </a:solidFill>
                <a:latin typeface="Consolas"/>
              </a:rPr>
              <a:t>import</a:t>
            </a:r>
            <a:r>
              <a:rPr lang="en-US" b="0" dirty="0">
                <a:solidFill>
                  <a:srgbClr val="000000"/>
                </a:solidFill>
                <a:latin typeface="Consolas"/>
              </a:rPr>
              <a:t> </a:t>
            </a:r>
            <a:r>
              <a:rPr lang="en-US" b="0" dirty="0" err="1" smtClean="0">
                <a:solidFill>
                  <a:srgbClr val="000000"/>
                </a:solidFill>
                <a:latin typeface="Consolas"/>
              </a:rPr>
              <a:t>javax.json.JsonStructure</a:t>
            </a:r>
            <a:r>
              <a:rPr lang="en-US" b="0" dirty="0" smtClean="0">
                <a:solidFill>
                  <a:srgbClr val="000000"/>
                </a:solidFill>
                <a:latin typeface="Consolas"/>
              </a:rPr>
              <a:t>;</a:t>
            </a:r>
          </a:p>
          <a:p>
            <a:pPr>
              <a:spcBef>
                <a:spcPts val="0"/>
              </a:spcBef>
            </a:pPr>
            <a:r>
              <a:rPr lang="en-US" b="0" dirty="0" smtClean="0">
                <a:solidFill>
                  <a:srgbClr val="000000"/>
                </a:solidFill>
                <a:latin typeface="Consolas"/>
              </a:rPr>
              <a:t>…</a:t>
            </a:r>
          </a:p>
          <a:p>
            <a:r>
              <a:rPr lang="en-US" b="0" dirty="0" err="1" smtClean="0">
                <a:solidFill>
                  <a:srgbClr val="000000"/>
                </a:solidFill>
                <a:latin typeface="Consolas"/>
              </a:rPr>
              <a:t>JsonReader</a:t>
            </a:r>
            <a:r>
              <a:rPr lang="en-US" b="0" dirty="0" smtClean="0">
                <a:solidFill>
                  <a:srgbClr val="000000"/>
                </a:solidFill>
                <a:latin typeface="Consolas"/>
              </a:rPr>
              <a:t> </a:t>
            </a:r>
            <a:r>
              <a:rPr lang="en-US" b="0" dirty="0" smtClean="0">
                <a:solidFill>
                  <a:srgbClr val="6A3E3E"/>
                </a:solidFill>
                <a:latin typeface="Consolas"/>
              </a:rPr>
              <a:t>reader</a:t>
            </a:r>
            <a:r>
              <a:rPr lang="en-US" b="0" dirty="0" smtClean="0">
                <a:solidFill>
                  <a:srgbClr val="000000"/>
                </a:solidFill>
                <a:latin typeface="Consolas"/>
              </a:rPr>
              <a:t> </a:t>
            </a:r>
            <a:r>
              <a:rPr lang="en-US" b="0" dirty="0">
                <a:solidFill>
                  <a:srgbClr val="000000"/>
                </a:solidFill>
                <a:latin typeface="Consolas"/>
              </a:rPr>
              <a:t>= </a:t>
            </a:r>
            <a:r>
              <a:rPr lang="bg-BG" b="0" dirty="0" smtClean="0">
                <a:solidFill>
                  <a:srgbClr val="000000"/>
                </a:solidFill>
                <a:latin typeface="Consolas"/>
              </a:rPr>
              <a:t/>
            </a:r>
            <a:br>
              <a:rPr lang="bg-BG" b="0" dirty="0" smtClean="0">
                <a:solidFill>
                  <a:srgbClr val="000000"/>
                </a:solidFill>
                <a:latin typeface="Consolas"/>
              </a:rPr>
            </a:br>
            <a:r>
              <a:rPr lang="bg-BG" b="0" dirty="0" smtClean="0">
                <a:solidFill>
                  <a:srgbClr val="000000"/>
                </a:solidFill>
                <a:latin typeface="Consolas"/>
              </a:rPr>
              <a:t>        </a:t>
            </a:r>
            <a:r>
              <a:rPr lang="en-US" b="0" dirty="0" err="1">
                <a:solidFill>
                  <a:srgbClr val="000000"/>
                </a:solidFill>
                <a:latin typeface="Consolas"/>
              </a:rPr>
              <a:t>Json.createReader</a:t>
            </a:r>
            <a:r>
              <a:rPr lang="en-US" b="0" dirty="0">
                <a:solidFill>
                  <a:srgbClr val="000000"/>
                </a:solidFill>
                <a:latin typeface="Consolas"/>
              </a:rPr>
              <a:t>(new </a:t>
            </a:r>
            <a:r>
              <a:rPr lang="en-US" b="0" dirty="0" err="1">
                <a:solidFill>
                  <a:srgbClr val="000000"/>
                </a:solidFill>
                <a:latin typeface="Consolas"/>
              </a:rPr>
              <a:t>FileReader</a:t>
            </a:r>
            <a:r>
              <a:rPr lang="en-US" b="0" dirty="0" smtClean="0">
                <a:solidFill>
                  <a:srgbClr val="000000"/>
                </a:solidFill>
                <a:latin typeface="Consolas"/>
              </a:rPr>
              <a:t>(</a:t>
            </a:r>
            <a:r>
              <a:rPr lang="en-US" b="0" dirty="0">
                <a:solidFill>
                  <a:srgbClr val="2A00FF"/>
                </a:solidFill>
                <a:latin typeface="Consolas"/>
              </a:rPr>
              <a:t>"</a:t>
            </a:r>
            <a:r>
              <a:rPr lang="en-US" b="0" dirty="0" smtClean="0">
                <a:solidFill>
                  <a:srgbClr val="2A00FF"/>
                </a:solidFill>
                <a:latin typeface="Consolas"/>
              </a:rPr>
              <a:t>students.txt</a:t>
            </a:r>
            <a:r>
              <a:rPr lang="en-US" b="0" dirty="0">
                <a:solidFill>
                  <a:srgbClr val="2A00FF"/>
                </a:solidFill>
                <a:latin typeface="Consolas"/>
              </a:rPr>
              <a:t>"</a:t>
            </a:r>
            <a:r>
              <a:rPr lang="en-US" b="0" dirty="0">
                <a:solidFill>
                  <a:srgbClr val="000000"/>
                </a:solidFill>
                <a:latin typeface="Consolas"/>
              </a:rPr>
              <a:t>));</a:t>
            </a:r>
            <a:r>
              <a:rPr lang="bg-BG" b="0" dirty="0" smtClean="0">
                <a:solidFill>
                  <a:srgbClr val="000000"/>
                </a:solidFill>
                <a:latin typeface="Consolas"/>
              </a:rPr>
              <a:t>    </a:t>
            </a:r>
            <a:r>
              <a:rPr lang="en-US" b="0" dirty="0" err="1" smtClean="0">
                <a:solidFill>
                  <a:srgbClr val="000000"/>
                </a:solidFill>
                <a:latin typeface="Consolas"/>
              </a:rPr>
              <a:t>JsonStructure</a:t>
            </a:r>
            <a:r>
              <a:rPr lang="en-US" b="0" dirty="0" smtClean="0">
                <a:solidFill>
                  <a:srgbClr val="000000"/>
                </a:solidFill>
                <a:latin typeface="Consolas"/>
              </a:rPr>
              <a:t> </a:t>
            </a:r>
            <a:r>
              <a:rPr lang="en-US" b="0" dirty="0" err="1" smtClean="0">
                <a:solidFill>
                  <a:srgbClr val="6A3E3E"/>
                </a:solidFill>
                <a:latin typeface="Consolas"/>
              </a:rPr>
              <a:t>jsonst</a:t>
            </a:r>
            <a:r>
              <a:rPr lang="en-US" b="0" dirty="0" smtClean="0">
                <a:solidFill>
                  <a:srgbClr val="000000"/>
                </a:solidFill>
                <a:latin typeface="Consolas"/>
              </a:rPr>
              <a:t> = </a:t>
            </a:r>
            <a:r>
              <a:rPr lang="en-US" b="0" dirty="0" err="1">
                <a:solidFill>
                  <a:srgbClr val="000000"/>
                </a:solidFill>
                <a:latin typeface="Consolas"/>
              </a:rPr>
              <a:t>reader.read</a:t>
            </a:r>
            <a:r>
              <a:rPr lang="en-US" b="0" dirty="0">
                <a:solidFill>
                  <a:srgbClr val="000000"/>
                </a:solidFill>
                <a:latin typeface="Consolas"/>
              </a:rPr>
              <a:t>();</a:t>
            </a:r>
          </a:p>
          <a:p>
            <a:endParaRPr lang="bg-BG" b="0" dirty="0" smtClean="0"/>
          </a:p>
        </p:txBody>
      </p:sp>
    </p:spTree>
    <p:extLst>
      <p:ext uri="{BB962C8B-B14F-4D97-AF65-F5344CB8AC3E}">
        <p14:creationId xmlns:p14="http://schemas.microsoft.com/office/powerpoint/2010/main" val="601947699"/>
      </p:ext>
    </p:extLst>
  </p:cSld>
  <p:clrMapOvr>
    <a:masterClrMapping/>
  </p:clrMapOvr>
  <p:transition spd="med"/>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0" dirty="0" smtClean="0"/>
              <a:t>Object Model API – </a:t>
            </a:r>
            <a:r>
              <a:rPr lang="bg-BG" sz="3200" b="0" dirty="0" err="1" smtClean="0"/>
              <a:t>навигиране</a:t>
            </a:r>
            <a:r>
              <a:rPr lang="bg-BG" sz="3200" b="0" dirty="0" smtClean="0"/>
              <a:t> по документа</a:t>
            </a:r>
            <a:endParaRPr lang="en-US" sz="3200" dirty="0"/>
          </a:p>
        </p:txBody>
      </p:sp>
      <p:sp>
        <p:nvSpPr>
          <p:cNvPr id="5" name="Text Placeholder 2"/>
          <p:cNvSpPr>
            <a:spLocks noGrp="1"/>
          </p:cNvSpPr>
          <p:nvPr>
            <p:ph type="body" sz="quarter" idx="10"/>
          </p:nvPr>
        </p:nvSpPr>
        <p:spPr>
          <a:xfrm>
            <a:off x="324000" y="1296365"/>
            <a:ext cx="8494713" cy="4785348"/>
          </a:xfrm>
        </p:spPr>
        <p:txBody>
          <a:bodyPr/>
          <a:lstStyle/>
          <a:p>
            <a:pPr>
              <a:spcBef>
                <a:spcPts val="0"/>
              </a:spcBef>
            </a:pPr>
            <a:r>
              <a:rPr lang="en-US" sz="1700" b="0" dirty="0" smtClean="0">
                <a:solidFill>
                  <a:srgbClr val="7F0055"/>
                </a:solidFill>
                <a:latin typeface="Consolas"/>
              </a:rPr>
              <a:t>public </a:t>
            </a:r>
            <a:r>
              <a:rPr lang="en-US" sz="1700" b="0" dirty="0">
                <a:solidFill>
                  <a:srgbClr val="7F0055"/>
                </a:solidFill>
                <a:latin typeface="Consolas"/>
              </a:rPr>
              <a:t>static void </a:t>
            </a:r>
            <a:r>
              <a:rPr lang="en-US" sz="1700" b="0" dirty="0" err="1" smtClean="0">
                <a:solidFill>
                  <a:srgbClr val="000000"/>
                </a:solidFill>
                <a:latin typeface="Consolas"/>
              </a:rPr>
              <a:t>navigateTree</a:t>
            </a:r>
            <a:r>
              <a:rPr lang="en-US" sz="1700" b="0" dirty="0" smtClean="0">
                <a:solidFill>
                  <a:srgbClr val="000000"/>
                </a:solidFill>
                <a:latin typeface="Consolas"/>
              </a:rPr>
              <a:t>(</a:t>
            </a:r>
            <a:r>
              <a:rPr lang="en-US" sz="1700" b="0" dirty="0" err="1" smtClean="0">
                <a:solidFill>
                  <a:srgbClr val="000000"/>
                </a:solidFill>
                <a:latin typeface="Consolas"/>
              </a:rPr>
              <a:t>JsonValue</a:t>
            </a:r>
            <a:r>
              <a:rPr lang="en-US" sz="1700" b="0" dirty="0" smtClean="0">
                <a:solidFill>
                  <a:srgbClr val="000000"/>
                </a:solidFill>
                <a:latin typeface="Consolas"/>
              </a:rPr>
              <a:t> </a:t>
            </a:r>
            <a:r>
              <a:rPr lang="en-US" sz="1700" b="0" dirty="0">
                <a:solidFill>
                  <a:srgbClr val="000000"/>
                </a:solidFill>
                <a:latin typeface="Consolas"/>
              </a:rPr>
              <a:t>tree, String </a:t>
            </a:r>
            <a:r>
              <a:rPr lang="en-US" sz="1700" b="0" dirty="0" smtClean="0">
                <a:solidFill>
                  <a:srgbClr val="000000"/>
                </a:solidFill>
                <a:latin typeface="Consolas"/>
              </a:rPr>
              <a:t>key) {</a:t>
            </a:r>
          </a:p>
          <a:p>
            <a:pPr>
              <a:spcBef>
                <a:spcPts val="0"/>
              </a:spcBef>
            </a:pPr>
            <a:r>
              <a:rPr lang="en-US" sz="1700" b="0" dirty="0">
                <a:solidFill>
                  <a:srgbClr val="000000"/>
                </a:solidFill>
                <a:latin typeface="Consolas"/>
              </a:rPr>
              <a:t> </a:t>
            </a:r>
            <a:r>
              <a:rPr lang="en-US" sz="1700" b="0" dirty="0" smtClean="0">
                <a:solidFill>
                  <a:srgbClr val="000000"/>
                </a:solidFill>
                <a:latin typeface="Consolas"/>
              </a:rPr>
              <a:t> </a:t>
            </a:r>
            <a:r>
              <a:rPr lang="en-US" sz="1700" b="0" dirty="0" smtClean="0">
                <a:solidFill>
                  <a:srgbClr val="7F0055"/>
                </a:solidFill>
                <a:latin typeface="Consolas"/>
              </a:rPr>
              <a:t>switch</a:t>
            </a:r>
            <a:r>
              <a:rPr lang="en-US" sz="1700" b="0" dirty="0" smtClean="0">
                <a:latin typeface="Consolas" panose="020B0609020204030204" pitchFamily="49" charset="0"/>
                <a:cs typeface="Consolas" panose="020B0609020204030204" pitchFamily="49" charset="0"/>
              </a:rPr>
              <a:t>(</a:t>
            </a:r>
            <a:r>
              <a:rPr lang="en-US" sz="1700" b="0" dirty="0" err="1" smtClean="0">
                <a:solidFill>
                  <a:srgbClr val="000000"/>
                </a:solidFill>
                <a:latin typeface="Consolas"/>
              </a:rPr>
              <a:t>tree.getValueType</a:t>
            </a:r>
            <a:r>
              <a:rPr lang="en-US" sz="1700" b="0" dirty="0">
                <a:solidFill>
                  <a:srgbClr val="000000"/>
                </a:solidFill>
                <a:latin typeface="Consolas"/>
              </a:rPr>
              <a:t>()) </a:t>
            </a:r>
            <a:r>
              <a:rPr lang="en-US" sz="1700" b="0" dirty="0" smtClean="0">
                <a:solidFill>
                  <a:srgbClr val="000000"/>
                </a:solidFill>
                <a:latin typeface="Consolas"/>
              </a:rPr>
              <a:t>{</a:t>
            </a:r>
          </a:p>
          <a:p>
            <a:pPr>
              <a:spcBef>
                <a:spcPts val="0"/>
              </a:spcBef>
            </a:pPr>
            <a:r>
              <a:rPr lang="en-US" sz="1700" b="0" dirty="0">
                <a:solidFill>
                  <a:srgbClr val="000000"/>
                </a:solidFill>
                <a:latin typeface="Consolas"/>
              </a:rPr>
              <a:t>      </a:t>
            </a:r>
            <a:r>
              <a:rPr lang="en-US" sz="1700" b="0" dirty="0">
                <a:solidFill>
                  <a:srgbClr val="7F0055"/>
                </a:solidFill>
                <a:latin typeface="Consolas"/>
              </a:rPr>
              <a:t>case</a:t>
            </a:r>
            <a:r>
              <a:rPr lang="en-US" sz="1700" b="0" dirty="0">
                <a:solidFill>
                  <a:srgbClr val="000000"/>
                </a:solidFill>
                <a:latin typeface="Consolas"/>
              </a:rPr>
              <a:t> ARRAY</a:t>
            </a:r>
            <a:r>
              <a:rPr lang="en-US" sz="1700" b="0" dirty="0" smtClean="0">
                <a:solidFill>
                  <a:srgbClr val="000000"/>
                </a:solidFill>
                <a:latin typeface="Consolas"/>
              </a:rPr>
              <a:t>:</a:t>
            </a:r>
          </a:p>
          <a:p>
            <a:pPr>
              <a:spcBef>
                <a:spcPts val="0"/>
              </a:spcBef>
            </a:pPr>
            <a:r>
              <a:rPr lang="en-US" sz="1700" b="0" dirty="0">
                <a:solidFill>
                  <a:srgbClr val="000000"/>
                </a:solidFill>
                <a:latin typeface="Consolas"/>
              </a:rPr>
              <a:t>	</a:t>
            </a:r>
            <a:r>
              <a:rPr lang="en-US" sz="1700" b="0" dirty="0" err="1">
                <a:solidFill>
                  <a:srgbClr val="000000"/>
                </a:solidFill>
                <a:latin typeface="Consolas"/>
              </a:rPr>
              <a:t>JsonArray</a:t>
            </a:r>
            <a:r>
              <a:rPr lang="en-US" sz="1700" b="0" dirty="0">
                <a:solidFill>
                  <a:srgbClr val="000000"/>
                </a:solidFill>
                <a:latin typeface="Consolas"/>
              </a:rPr>
              <a:t> array = (</a:t>
            </a:r>
            <a:r>
              <a:rPr lang="en-US" sz="1700" b="0" dirty="0" err="1">
                <a:solidFill>
                  <a:srgbClr val="000000"/>
                </a:solidFill>
                <a:latin typeface="Consolas"/>
              </a:rPr>
              <a:t>JsonArray</a:t>
            </a:r>
            <a:r>
              <a:rPr lang="en-US" sz="1700" b="0" dirty="0">
                <a:solidFill>
                  <a:srgbClr val="000000"/>
                </a:solidFill>
                <a:latin typeface="Consolas"/>
              </a:rPr>
              <a:t>) tree</a:t>
            </a:r>
            <a:r>
              <a:rPr lang="en-US" sz="1700" b="0" dirty="0" smtClean="0">
                <a:solidFill>
                  <a:srgbClr val="000000"/>
                </a:solidFill>
                <a:latin typeface="Consolas"/>
              </a:rPr>
              <a:t>;</a:t>
            </a:r>
          </a:p>
          <a:p>
            <a:pPr>
              <a:spcBef>
                <a:spcPts val="0"/>
              </a:spcBef>
            </a:pPr>
            <a:r>
              <a:rPr lang="en-US" sz="1700" b="0" dirty="0">
                <a:solidFill>
                  <a:srgbClr val="000000"/>
                </a:solidFill>
                <a:latin typeface="Consolas"/>
              </a:rPr>
              <a:t>	</a:t>
            </a:r>
            <a:r>
              <a:rPr lang="en-US" sz="1700" b="0" dirty="0">
                <a:solidFill>
                  <a:srgbClr val="7F0055"/>
                </a:solidFill>
                <a:latin typeface="Consolas"/>
              </a:rPr>
              <a:t>for</a:t>
            </a:r>
            <a:r>
              <a:rPr lang="en-US" sz="1700" b="0" dirty="0">
                <a:solidFill>
                  <a:srgbClr val="000000"/>
                </a:solidFill>
                <a:latin typeface="Consolas"/>
              </a:rPr>
              <a:t> (</a:t>
            </a:r>
            <a:r>
              <a:rPr lang="en-US" sz="1700" b="0" dirty="0" err="1">
                <a:solidFill>
                  <a:srgbClr val="000000"/>
                </a:solidFill>
                <a:latin typeface="Consolas"/>
              </a:rPr>
              <a:t>JsonValue</a:t>
            </a:r>
            <a:r>
              <a:rPr lang="en-US" sz="1700" b="0" dirty="0">
                <a:solidFill>
                  <a:srgbClr val="000000"/>
                </a:solidFill>
                <a:latin typeface="Consolas"/>
              </a:rPr>
              <a:t> </a:t>
            </a:r>
            <a:r>
              <a:rPr lang="en-US" sz="1700" b="0" dirty="0" err="1">
                <a:solidFill>
                  <a:srgbClr val="000000"/>
                </a:solidFill>
                <a:latin typeface="Consolas"/>
              </a:rPr>
              <a:t>val</a:t>
            </a:r>
            <a:r>
              <a:rPr lang="en-US" sz="1700" b="0" dirty="0">
                <a:solidFill>
                  <a:srgbClr val="000000"/>
                </a:solidFill>
                <a:latin typeface="Consolas"/>
              </a:rPr>
              <a:t> : array</a:t>
            </a:r>
            <a:r>
              <a:rPr lang="en-US" sz="1700" b="0" dirty="0" smtClean="0">
                <a:solidFill>
                  <a:srgbClr val="000000"/>
                </a:solidFill>
                <a:latin typeface="Consolas"/>
              </a:rPr>
              <a:t>)</a:t>
            </a:r>
          </a:p>
          <a:p>
            <a:pPr>
              <a:spcBef>
                <a:spcPts val="0"/>
              </a:spcBef>
            </a:pPr>
            <a:r>
              <a:rPr lang="en-US" sz="1700" b="0" dirty="0">
                <a:solidFill>
                  <a:srgbClr val="000000"/>
                </a:solidFill>
                <a:latin typeface="Consolas"/>
              </a:rPr>
              <a:t>		</a:t>
            </a:r>
            <a:r>
              <a:rPr lang="en-US" sz="1700" b="0" dirty="0" err="1">
                <a:solidFill>
                  <a:srgbClr val="000000"/>
                </a:solidFill>
                <a:latin typeface="Consolas"/>
              </a:rPr>
              <a:t>navigateTree</a:t>
            </a:r>
            <a:r>
              <a:rPr lang="en-US" sz="1700" b="0" dirty="0">
                <a:solidFill>
                  <a:srgbClr val="000000"/>
                </a:solidFill>
                <a:latin typeface="Consolas"/>
              </a:rPr>
              <a:t>(</a:t>
            </a:r>
            <a:r>
              <a:rPr lang="en-US" sz="1700" b="0" dirty="0" err="1">
                <a:solidFill>
                  <a:srgbClr val="000000"/>
                </a:solidFill>
                <a:latin typeface="Consolas"/>
              </a:rPr>
              <a:t>val</a:t>
            </a:r>
            <a:r>
              <a:rPr lang="en-US" sz="1700" b="0" dirty="0">
                <a:solidFill>
                  <a:srgbClr val="000000"/>
                </a:solidFill>
                <a:latin typeface="Consolas"/>
              </a:rPr>
              <a:t>, null</a:t>
            </a:r>
            <a:r>
              <a:rPr lang="en-US" sz="1700" b="0" dirty="0" smtClean="0">
                <a:solidFill>
                  <a:srgbClr val="000000"/>
                </a:solidFill>
                <a:latin typeface="Consolas"/>
              </a:rPr>
              <a:t>);</a:t>
            </a:r>
          </a:p>
          <a:p>
            <a:pPr>
              <a:spcBef>
                <a:spcPts val="0"/>
              </a:spcBef>
            </a:pPr>
            <a:r>
              <a:rPr lang="en-US" sz="1700" b="0" dirty="0">
                <a:solidFill>
                  <a:srgbClr val="000000"/>
                </a:solidFill>
                <a:latin typeface="Consolas"/>
              </a:rPr>
              <a:t>	</a:t>
            </a:r>
            <a:r>
              <a:rPr lang="en-US" sz="1700" b="0" dirty="0">
                <a:solidFill>
                  <a:srgbClr val="7F0055"/>
                </a:solidFill>
                <a:latin typeface="Consolas"/>
              </a:rPr>
              <a:t>break</a:t>
            </a:r>
            <a:r>
              <a:rPr lang="en-US" sz="1700" b="0" dirty="0" smtClean="0">
                <a:solidFill>
                  <a:srgbClr val="000000"/>
                </a:solidFill>
                <a:latin typeface="Consolas"/>
              </a:rPr>
              <a:t>;</a:t>
            </a:r>
          </a:p>
          <a:p>
            <a:pPr>
              <a:spcBef>
                <a:spcPts val="0"/>
              </a:spcBef>
            </a:pPr>
            <a:r>
              <a:rPr lang="en-US" sz="1700" b="0" dirty="0" smtClean="0">
                <a:solidFill>
                  <a:srgbClr val="000000"/>
                </a:solidFill>
                <a:latin typeface="Consolas"/>
              </a:rPr>
              <a:t>      </a:t>
            </a:r>
            <a:r>
              <a:rPr lang="en-US" sz="1700" b="0" dirty="0">
                <a:solidFill>
                  <a:srgbClr val="7F0055"/>
                </a:solidFill>
                <a:latin typeface="Consolas"/>
              </a:rPr>
              <a:t>case</a:t>
            </a:r>
            <a:r>
              <a:rPr lang="en-US" sz="1700" b="0" dirty="0" smtClean="0">
                <a:solidFill>
                  <a:srgbClr val="000000"/>
                </a:solidFill>
                <a:latin typeface="Consolas"/>
              </a:rPr>
              <a:t> </a:t>
            </a:r>
            <a:r>
              <a:rPr lang="en-US" sz="1700" b="0" dirty="0">
                <a:solidFill>
                  <a:srgbClr val="000000"/>
                </a:solidFill>
                <a:latin typeface="Consolas"/>
              </a:rPr>
              <a:t>STRING</a:t>
            </a:r>
            <a:r>
              <a:rPr lang="en-US" sz="1700" b="0" dirty="0" smtClean="0">
                <a:solidFill>
                  <a:srgbClr val="000000"/>
                </a:solidFill>
                <a:latin typeface="Consolas"/>
              </a:rPr>
              <a:t>:</a:t>
            </a:r>
          </a:p>
          <a:p>
            <a:pPr>
              <a:spcBef>
                <a:spcPts val="0"/>
              </a:spcBef>
            </a:pPr>
            <a:r>
              <a:rPr lang="en-US" sz="1700" b="0" dirty="0">
                <a:solidFill>
                  <a:srgbClr val="000000"/>
                </a:solidFill>
                <a:latin typeface="Consolas"/>
              </a:rPr>
              <a:t>	</a:t>
            </a:r>
            <a:r>
              <a:rPr lang="en-US" sz="1700" b="0" dirty="0" err="1">
                <a:solidFill>
                  <a:srgbClr val="000000"/>
                </a:solidFill>
                <a:latin typeface="Consolas"/>
              </a:rPr>
              <a:t>JsonString</a:t>
            </a:r>
            <a:r>
              <a:rPr lang="en-US" sz="1700" b="0" dirty="0">
                <a:solidFill>
                  <a:srgbClr val="000000"/>
                </a:solidFill>
                <a:latin typeface="Consolas"/>
              </a:rPr>
              <a:t> </a:t>
            </a:r>
            <a:r>
              <a:rPr lang="en-US" sz="1700" b="0" dirty="0" err="1">
                <a:solidFill>
                  <a:srgbClr val="000000"/>
                </a:solidFill>
                <a:latin typeface="Consolas"/>
              </a:rPr>
              <a:t>st</a:t>
            </a:r>
            <a:r>
              <a:rPr lang="en-US" sz="1700" b="0" dirty="0">
                <a:solidFill>
                  <a:srgbClr val="000000"/>
                </a:solidFill>
                <a:latin typeface="Consolas"/>
              </a:rPr>
              <a:t> = (</a:t>
            </a:r>
            <a:r>
              <a:rPr lang="en-US" sz="1700" b="0" dirty="0" err="1">
                <a:solidFill>
                  <a:srgbClr val="000000"/>
                </a:solidFill>
                <a:latin typeface="Consolas"/>
              </a:rPr>
              <a:t>JsonString</a:t>
            </a:r>
            <a:r>
              <a:rPr lang="en-US" sz="1700" b="0" dirty="0">
                <a:solidFill>
                  <a:srgbClr val="000000"/>
                </a:solidFill>
                <a:latin typeface="Consolas"/>
              </a:rPr>
              <a:t>) tree</a:t>
            </a:r>
            <a:r>
              <a:rPr lang="en-US" sz="1700" b="0" dirty="0" smtClean="0">
                <a:solidFill>
                  <a:srgbClr val="000000"/>
                </a:solidFill>
                <a:latin typeface="Consolas"/>
              </a:rPr>
              <a:t>;</a:t>
            </a:r>
          </a:p>
          <a:p>
            <a:pPr>
              <a:spcBef>
                <a:spcPts val="0"/>
              </a:spcBef>
            </a:pPr>
            <a:r>
              <a:rPr lang="en-US" sz="1700" b="0" dirty="0">
                <a:solidFill>
                  <a:srgbClr val="000000"/>
                </a:solidFill>
                <a:latin typeface="Consolas"/>
              </a:rPr>
              <a:t>	</a:t>
            </a:r>
            <a:r>
              <a:rPr lang="en-US" sz="1700" b="0" dirty="0" err="1">
                <a:solidFill>
                  <a:srgbClr val="000000"/>
                </a:solidFill>
                <a:latin typeface="Consolas"/>
              </a:rPr>
              <a:t>System.</a:t>
            </a:r>
            <a:r>
              <a:rPr lang="en-US" sz="1700" b="0" i="1" dirty="0" err="1">
                <a:solidFill>
                  <a:srgbClr val="000000"/>
                </a:solidFill>
                <a:latin typeface="Consolas"/>
              </a:rPr>
              <a:t>out</a:t>
            </a:r>
            <a:r>
              <a:rPr lang="en-US" sz="1700" b="0" dirty="0" err="1">
                <a:solidFill>
                  <a:srgbClr val="000000"/>
                </a:solidFill>
                <a:latin typeface="Consolas"/>
              </a:rPr>
              <a:t>.println</a:t>
            </a:r>
            <a:r>
              <a:rPr lang="en-US" sz="1700" b="0" dirty="0">
                <a:solidFill>
                  <a:srgbClr val="000000"/>
                </a:solidFill>
                <a:latin typeface="Consolas"/>
              </a:rPr>
              <a:t>(</a:t>
            </a:r>
            <a:r>
              <a:rPr lang="en-US" dirty="0">
                <a:solidFill>
                  <a:srgbClr val="2A00FF"/>
                </a:solidFill>
                <a:latin typeface="Consolas"/>
              </a:rPr>
              <a:t>"</a:t>
            </a:r>
            <a:r>
              <a:rPr lang="en-US" b="0" dirty="0" smtClean="0">
                <a:solidFill>
                  <a:srgbClr val="2A00FF"/>
                </a:solidFill>
                <a:latin typeface="Consolas"/>
              </a:rPr>
              <a:t>STRING</a:t>
            </a:r>
            <a:r>
              <a:rPr lang="en-US" dirty="0" smtClean="0">
                <a:solidFill>
                  <a:srgbClr val="2A00FF"/>
                </a:solidFill>
                <a:latin typeface="Consolas"/>
              </a:rPr>
              <a:t> "</a:t>
            </a:r>
            <a:r>
              <a:rPr lang="en-US" sz="1700" b="0" dirty="0" smtClean="0">
                <a:solidFill>
                  <a:srgbClr val="000000"/>
                </a:solidFill>
                <a:latin typeface="Consolas"/>
              </a:rPr>
              <a:t> </a:t>
            </a:r>
            <a:r>
              <a:rPr lang="en-US" sz="1700" b="0" dirty="0">
                <a:solidFill>
                  <a:srgbClr val="000000"/>
                </a:solidFill>
                <a:latin typeface="Consolas"/>
              </a:rPr>
              <a:t>+ </a:t>
            </a:r>
            <a:r>
              <a:rPr lang="en-US" sz="1700" b="0" dirty="0" err="1">
                <a:solidFill>
                  <a:srgbClr val="000000"/>
                </a:solidFill>
                <a:latin typeface="Consolas"/>
              </a:rPr>
              <a:t>st.getString</a:t>
            </a:r>
            <a:r>
              <a:rPr lang="en-US" sz="1700" b="0" dirty="0" smtClean="0">
                <a:solidFill>
                  <a:srgbClr val="000000"/>
                </a:solidFill>
                <a:latin typeface="Consolas"/>
              </a:rPr>
              <a:t>());</a:t>
            </a:r>
          </a:p>
          <a:p>
            <a:pPr>
              <a:spcBef>
                <a:spcPts val="0"/>
              </a:spcBef>
            </a:pPr>
            <a:r>
              <a:rPr lang="en-US" sz="1700" b="0" dirty="0">
                <a:solidFill>
                  <a:srgbClr val="000000"/>
                </a:solidFill>
                <a:latin typeface="Consolas"/>
              </a:rPr>
              <a:t>	</a:t>
            </a:r>
            <a:r>
              <a:rPr lang="en-US" sz="1700" b="0" dirty="0">
                <a:solidFill>
                  <a:srgbClr val="7F0055"/>
                </a:solidFill>
                <a:latin typeface="Consolas"/>
              </a:rPr>
              <a:t>break</a:t>
            </a:r>
            <a:r>
              <a:rPr lang="en-US" sz="1700" b="0" dirty="0" smtClean="0">
                <a:solidFill>
                  <a:srgbClr val="000000"/>
                </a:solidFill>
                <a:latin typeface="Consolas"/>
              </a:rPr>
              <a:t>;</a:t>
            </a:r>
          </a:p>
          <a:p>
            <a:pPr>
              <a:spcBef>
                <a:spcPts val="0"/>
              </a:spcBef>
            </a:pPr>
            <a:r>
              <a:rPr lang="en-US" sz="1700" b="0" dirty="0">
                <a:solidFill>
                  <a:srgbClr val="000000"/>
                </a:solidFill>
                <a:latin typeface="Consolas"/>
              </a:rPr>
              <a:t>      </a:t>
            </a:r>
            <a:r>
              <a:rPr lang="en-US" sz="1700" b="0" dirty="0">
                <a:solidFill>
                  <a:srgbClr val="7F0055"/>
                </a:solidFill>
                <a:latin typeface="Consolas"/>
              </a:rPr>
              <a:t>case</a:t>
            </a:r>
            <a:r>
              <a:rPr lang="en-US" sz="1700" b="0" dirty="0">
                <a:solidFill>
                  <a:srgbClr val="000000"/>
                </a:solidFill>
                <a:latin typeface="Consolas"/>
              </a:rPr>
              <a:t> NUMBER</a:t>
            </a:r>
            <a:r>
              <a:rPr lang="en-US" sz="1700" b="0" dirty="0" smtClean="0">
                <a:solidFill>
                  <a:srgbClr val="000000"/>
                </a:solidFill>
                <a:latin typeface="Consolas"/>
              </a:rPr>
              <a:t>:</a:t>
            </a:r>
          </a:p>
          <a:p>
            <a:pPr>
              <a:spcBef>
                <a:spcPts val="0"/>
              </a:spcBef>
            </a:pPr>
            <a:r>
              <a:rPr lang="en-US" sz="1700" b="0" dirty="0">
                <a:solidFill>
                  <a:srgbClr val="000000"/>
                </a:solidFill>
                <a:latin typeface="Consolas"/>
              </a:rPr>
              <a:t>	</a:t>
            </a:r>
            <a:r>
              <a:rPr lang="en-US" sz="1700" b="0" dirty="0" err="1">
                <a:solidFill>
                  <a:srgbClr val="000000"/>
                </a:solidFill>
                <a:latin typeface="Consolas"/>
              </a:rPr>
              <a:t>JsonNumber</a:t>
            </a:r>
            <a:r>
              <a:rPr lang="en-US" sz="1700" b="0" dirty="0">
                <a:solidFill>
                  <a:srgbClr val="000000"/>
                </a:solidFill>
                <a:latin typeface="Consolas"/>
              </a:rPr>
              <a:t> </a:t>
            </a:r>
            <a:r>
              <a:rPr lang="en-US" sz="1700" b="0" dirty="0" err="1">
                <a:solidFill>
                  <a:srgbClr val="000000"/>
                </a:solidFill>
                <a:latin typeface="Consolas"/>
              </a:rPr>
              <a:t>num</a:t>
            </a:r>
            <a:r>
              <a:rPr lang="en-US" sz="1700" b="0" dirty="0">
                <a:solidFill>
                  <a:srgbClr val="000000"/>
                </a:solidFill>
                <a:latin typeface="Consolas"/>
              </a:rPr>
              <a:t> = (</a:t>
            </a:r>
            <a:r>
              <a:rPr lang="en-US" sz="1700" b="0" dirty="0" err="1">
                <a:solidFill>
                  <a:srgbClr val="000000"/>
                </a:solidFill>
                <a:latin typeface="Consolas"/>
              </a:rPr>
              <a:t>JsonNumber</a:t>
            </a:r>
            <a:r>
              <a:rPr lang="en-US" sz="1700" b="0" dirty="0">
                <a:solidFill>
                  <a:srgbClr val="000000"/>
                </a:solidFill>
                <a:latin typeface="Consolas"/>
              </a:rPr>
              <a:t>) tree</a:t>
            </a:r>
            <a:r>
              <a:rPr lang="en-US" sz="1700" b="0" dirty="0" smtClean="0">
                <a:solidFill>
                  <a:srgbClr val="000000"/>
                </a:solidFill>
                <a:latin typeface="Consolas"/>
              </a:rPr>
              <a:t>;</a:t>
            </a:r>
          </a:p>
          <a:p>
            <a:pPr>
              <a:spcBef>
                <a:spcPts val="0"/>
              </a:spcBef>
            </a:pPr>
            <a:r>
              <a:rPr lang="en-US" sz="1700" b="0" dirty="0">
                <a:solidFill>
                  <a:srgbClr val="000000"/>
                </a:solidFill>
                <a:latin typeface="Consolas"/>
              </a:rPr>
              <a:t>	</a:t>
            </a:r>
            <a:r>
              <a:rPr lang="en-US" sz="1700" b="0" dirty="0" err="1">
                <a:solidFill>
                  <a:srgbClr val="000000"/>
                </a:solidFill>
                <a:latin typeface="Consolas"/>
              </a:rPr>
              <a:t>System.</a:t>
            </a:r>
            <a:r>
              <a:rPr lang="en-US" sz="1700" b="0" i="1" dirty="0" err="1">
                <a:solidFill>
                  <a:srgbClr val="000000"/>
                </a:solidFill>
                <a:latin typeface="Consolas"/>
              </a:rPr>
              <a:t>out</a:t>
            </a:r>
            <a:r>
              <a:rPr lang="en-US" sz="1700" b="0" dirty="0" err="1">
                <a:solidFill>
                  <a:srgbClr val="000000"/>
                </a:solidFill>
                <a:latin typeface="Consolas"/>
              </a:rPr>
              <a:t>.println</a:t>
            </a:r>
            <a:r>
              <a:rPr lang="en-US" sz="1700" b="0" dirty="0">
                <a:solidFill>
                  <a:srgbClr val="000000"/>
                </a:solidFill>
                <a:latin typeface="Consolas"/>
              </a:rPr>
              <a:t>(</a:t>
            </a:r>
            <a:r>
              <a:rPr lang="en-US" b="0" dirty="0">
                <a:solidFill>
                  <a:srgbClr val="2A00FF"/>
                </a:solidFill>
                <a:latin typeface="Consolas"/>
              </a:rPr>
              <a:t>"NUMBER " </a:t>
            </a:r>
            <a:r>
              <a:rPr lang="en-US" sz="1700" b="0" dirty="0">
                <a:solidFill>
                  <a:srgbClr val="000000"/>
                </a:solidFill>
                <a:latin typeface="Consolas"/>
              </a:rPr>
              <a:t>+ </a:t>
            </a:r>
            <a:r>
              <a:rPr lang="en-US" sz="1700" b="0" dirty="0" err="1">
                <a:solidFill>
                  <a:srgbClr val="000000"/>
                </a:solidFill>
                <a:latin typeface="Consolas"/>
              </a:rPr>
              <a:t>num.toString</a:t>
            </a:r>
            <a:r>
              <a:rPr lang="en-US" sz="1700" b="0" dirty="0">
                <a:solidFill>
                  <a:srgbClr val="000000"/>
                </a:solidFill>
                <a:latin typeface="Consolas"/>
              </a:rPr>
              <a:t>());</a:t>
            </a:r>
            <a:endParaRPr lang="en-US" sz="1700" b="0" dirty="0" smtClean="0">
              <a:solidFill>
                <a:srgbClr val="000000"/>
              </a:solidFill>
              <a:latin typeface="Consolas"/>
            </a:endParaRPr>
          </a:p>
          <a:p>
            <a:pPr>
              <a:spcBef>
                <a:spcPts val="0"/>
              </a:spcBef>
            </a:pPr>
            <a:r>
              <a:rPr lang="en-US" sz="1700" b="0" dirty="0">
                <a:solidFill>
                  <a:srgbClr val="000000"/>
                </a:solidFill>
                <a:latin typeface="Consolas"/>
              </a:rPr>
              <a:t>	</a:t>
            </a:r>
            <a:r>
              <a:rPr lang="en-US" sz="1700" b="0" dirty="0">
                <a:solidFill>
                  <a:srgbClr val="7F0055"/>
                </a:solidFill>
                <a:latin typeface="Consolas"/>
              </a:rPr>
              <a:t>break</a:t>
            </a:r>
            <a:r>
              <a:rPr lang="en-US" sz="1700" b="0" dirty="0" smtClean="0">
                <a:solidFill>
                  <a:srgbClr val="000000"/>
                </a:solidFill>
                <a:latin typeface="Consolas"/>
              </a:rPr>
              <a:t>;</a:t>
            </a:r>
          </a:p>
          <a:p>
            <a:pPr>
              <a:spcBef>
                <a:spcPts val="0"/>
              </a:spcBef>
            </a:pPr>
            <a:r>
              <a:rPr lang="en-US" sz="1700" b="0" dirty="0">
                <a:solidFill>
                  <a:srgbClr val="000000"/>
                </a:solidFill>
                <a:latin typeface="Consolas"/>
              </a:rPr>
              <a:t>      </a:t>
            </a:r>
            <a:r>
              <a:rPr lang="en-US" sz="1700" b="0" dirty="0">
                <a:solidFill>
                  <a:srgbClr val="7F0055"/>
                </a:solidFill>
                <a:latin typeface="Consolas"/>
              </a:rPr>
              <a:t>case</a:t>
            </a:r>
            <a:r>
              <a:rPr lang="en-US" sz="1700" b="0" dirty="0">
                <a:solidFill>
                  <a:srgbClr val="000000"/>
                </a:solidFill>
                <a:latin typeface="Consolas"/>
              </a:rPr>
              <a:t> TRUE</a:t>
            </a:r>
            <a:r>
              <a:rPr lang="en-US" sz="1700" b="0" dirty="0" smtClean="0">
                <a:solidFill>
                  <a:srgbClr val="000000"/>
                </a:solidFill>
                <a:latin typeface="Consolas"/>
              </a:rPr>
              <a:t>:</a:t>
            </a:r>
          </a:p>
          <a:p>
            <a:pPr>
              <a:spcBef>
                <a:spcPts val="0"/>
              </a:spcBef>
            </a:pPr>
            <a:r>
              <a:rPr lang="en-US" sz="1700" b="0" dirty="0">
                <a:solidFill>
                  <a:srgbClr val="000000"/>
                </a:solidFill>
                <a:latin typeface="Consolas"/>
              </a:rPr>
              <a:t> </a:t>
            </a:r>
            <a:r>
              <a:rPr lang="en-US" sz="1700" b="0" dirty="0" smtClean="0">
                <a:solidFill>
                  <a:srgbClr val="000000"/>
                </a:solidFill>
                <a:latin typeface="Consolas"/>
              </a:rPr>
              <a:t>     </a:t>
            </a:r>
            <a:r>
              <a:rPr lang="en-US" sz="1700" b="0" dirty="0">
                <a:solidFill>
                  <a:srgbClr val="7F0055"/>
                </a:solidFill>
                <a:latin typeface="Consolas"/>
              </a:rPr>
              <a:t>case</a:t>
            </a:r>
            <a:r>
              <a:rPr lang="en-US" sz="1700" b="0" dirty="0">
                <a:solidFill>
                  <a:srgbClr val="000000"/>
                </a:solidFill>
                <a:latin typeface="Consolas"/>
              </a:rPr>
              <a:t> </a:t>
            </a:r>
            <a:r>
              <a:rPr lang="en-US" sz="1700" b="0" dirty="0" smtClean="0">
                <a:solidFill>
                  <a:srgbClr val="000000"/>
                </a:solidFill>
                <a:latin typeface="Consolas"/>
              </a:rPr>
              <a:t>FALSE:</a:t>
            </a:r>
          </a:p>
          <a:p>
            <a:pPr>
              <a:spcBef>
                <a:spcPts val="0"/>
              </a:spcBef>
            </a:pPr>
            <a:r>
              <a:rPr lang="en-US" sz="1700" b="0" dirty="0">
                <a:solidFill>
                  <a:srgbClr val="000000"/>
                </a:solidFill>
                <a:latin typeface="Consolas"/>
              </a:rPr>
              <a:t> </a:t>
            </a:r>
            <a:r>
              <a:rPr lang="en-US" sz="1700" b="0" dirty="0" smtClean="0">
                <a:solidFill>
                  <a:srgbClr val="000000"/>
                </a:solidFill>
                <a:latin typeface="Consolas"/>
              </a:rPr>
              <a:t>     </a:t>
            </a:r>
            <a:r>
              <a:rPr lang="en-US" sz="1700" b="0" dirty="0">
                <a:solidFill>
                  <a:srgbClr val="7F0055"/>
                </a:solidFill>
                <a:latin typeface="Consolas"/>
              </a:rPr>
              <a:t>case</a:t>
            </a:r>
            <a:r>
              <a:rPr lang="en-US" sz="1700" b="0" dirty="0"/>
              <a:t> </a:t>
            </a:r>
            <a:r>
              <a:rPr lang="en-US" sz="1700" b="0" dirty="0" smtClean="0"/>
              <a:t> NULL:</a:t>
            </a:r>
          </a:p>
          <a:p>
            <a:pPr>
              <a:spcBef>
                <a:spcPts val="0"/>
              </a:spcBef>
            </a:pPr>
            <a:r>
              <a:rPr lang="en-US" sz="1700" b="0" dirty="0">
                <a:solidFill>
                  <a:srgbClr val="000000"/>
                </a:solidFill>
                <a:latin typeface="Consolas"/>
              </a:rPr>
              <a:t> </a:t>
            </a:r>
            <a:r>
              <a:rPr lang="en-US" sz="1700" b="0" dirty="0" smtClean="0">
                <a:solidFill>
                  <a:srgbClr val="000000"/>
                </a:solidFill>
                <a:latin typeface="Consolas"/>
              </a:rPr>
              <a:t>       </a:t>
            </a:r>
            <a:r>
              <a:rPr lang="en-US" sz="1700" b="0" dirty="0" err="1"/>
              <a:t>System.</a:t>
            </a:r>
            <a:r>
              <a:rPr lang="en-US" sz="1700" b="0" i="1" dirty="0" err="1"/>
              <a:t>out</a:t>
            </a:r>
            <a:r>
              <a:rPr lang="en-US" sz="1700" b="0" dirty="0" err="1"/>
              <a:t>.println</a:t>
            </a:r>
            <a:r>
              <a:rPr lang="en-US" sz="1700" b="0" dirty="0"/>
              <a:t>(</a:t>
            </a:r>
            <a:r>
              <a:rPr lang="en-US" sz="1700" b="0" dirty="0" err="1"/>
              <a:t>tree.getValueType</a:t>
            </a:r>
            <a:r>
              <a:rPr lang="en-US" sz="1700" b="0" dirty="0"/>
              <a:t>().</a:t>
            </a:r>
            <a:r>
              <a:rPr lang="en-US" sz="1700" b="0" dirty="0" err="1"/>
              <a:t>toString</a:t>
            </a:r>
            <a:r>
              <a:rPr lang="en-US" sz="1700" b="0" dirty="0" smtClean="0"/>
              <a:t>());</a:t>
            </a:r>
          </a:p>
          <a:p>
            <a:pPr>
              <a:spcBef>
                <a:spcPts val="0"/>
              </a:spcBef>
            </a:pPr>
            <a:r>
              <a:rPr lang="en-US" sz="1700" b="0" dirty="0">
                <a:solidFill>
                  <a:srgbClr val="000000"/>
                </a:solidFill>
                <a:latin typeface="Consolas"/>
              </a:rPr>
              <a:t> </a:t>
            </a:r>
            <a:r>
              <a:rPr lang="en-US" sz="1700" b="0" dirty="0" smtClean="0">
                <a:solidFill>
                  <a:srgbClr val="000000"/>
                </a:solidFill>
                <a:latin typeface="Consolas"/>
              </a:rPr>
              <a:t>       </a:t>
            </a:r>
            <a:r>
              <a:rPr lang="en-US" sz="1700" b="0" dirty="0">
                <a:solidFill>
                  <a:srgbClr val="7F0055"/>
                </a:solidFill>
                <a:latin typeface="Consolas"/>
              </a:rPr>
              <a:t>break</a:t>
            </a:r>
            <a:r>
              <a:rPr lang="en-US" sz="1700" b="0" dirty="0" smtClean="0">
                <a:solidFill>
                  <a:srgbClr val="000000"/>
                </a:solidFill>
                <a:latin typeface="Consolas"/>
              </a:rPr>
              <a:t>; }}</a:t>
            </a:r>
          </a:p>
        </p:txBody>
      </p:sp>
    </p:spTree>
    <p:extLst>
      <p:ext uri="{BB962C8B-B14F-4D97-AF65-F5344CB8AC3E}">
        <p14:creationId xmlns:p14="http://schemas.microsoft.com/office/powerpoint/2010/main" val="2281969843"/>
      </p:ext>
    </p:extLst>
  </p:cSld>
  <p:clrMapOvr>
    <a:masterClrMapping/>
  </p:clrMapOvr>
  <p:transition spd="med"/>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0" dirty="0" smtClean="0"/>
              <a:t>Object Model API – </a:t>
            </a:r>
            <a:r>
              <a:rPr lang="bg-BG" sz="3200" b="0" dirty="0" smtClean="0"/>
              <a:t>създаване на модел</a:t>
            </a:r>
            <a:endParaRPr lang="en-US" sz="3200" dirty="0"/>
          </a:p>
        </p:txBody>
      </p:sp>
      <p:sp>
        <p:nvSpPr>
          <p:cNvPr id="5" name="Text Placeholder 2"/>
          <p:cNvSpPr>
            <a:spLocks noGrp="1"/>
          </p:cNvSpPr>
          <p:nvPr>
            <p:ph type="body" sz="quarter" idx="10"/>
          </p:nvPr>
        </p:nvSpPr>
        <p:spPr>
          <a:xfrm>
            <a:off x="324000" y="1296365"/>
            <a:ext cx="8494713" cy="4785348"/>
          </a:xfrm>
        </p:spPr>
        <p:txBody>
          <a:bodyPr/>
          <a:lstStyle/>
          <a:p>
            <a:pPr>
              <a:spcBef>
                <a:spcPts val="0"/>
              </a:spcBef>
            </a:pPr>
            <a:r>
              <a:rPr lang="en-US" dirty="0">
                <a:solidFill>
                  <a:srgbClr val="7F0055"/>
                </a:solidFill>
                <a:latin typeface="Consolas"/>
              </a:rPr>
              <a:t>import</a:t>
            </a:r>
            <a:r>
              <a:rPr lang="en-US" b="0" dirty="0">
                <a:solidFill>
                  <a:srgbClr val="000000"/>
                </a:solidFill>
                <a:latin typeface="Consolas"/>
              </a:rPr>
              <a:t> </a:t>
            </a:r>
            <a:r>
              <a:rPr lang="en-US" b="0" dirty="0" err="1">
                <a:solidFill>
                  <a:srgbClr val="000000"/>
                </a:solidFill>
                <a:latin typeface="Consolas"/>
              </a:rPr>
              <a:t>javax.json.Json</a:t>
            </a:r>
            <a:r>
              <a:rPr lang="en-US" b="0" dirty="0">
                <a:solidFill>
                  <a:srgbClr val="000000"/>
                </a:solidFill>
                <a:latin typeface="Consolas"/>
              </a:rPr>
              <a:t>;</a:t>
            </a:r>
          </a:p>
          <a:p>
            <a:pPr>
              <a:spcBef>
                <a:spcPts val="0"/>
              </a:spcBef>
            </a:pPr>
            <a:r>
              <a:rPr lang="en-US" dirty="0">
                <a:solidFill>
                  <a:srgbClr val="7F0055"/>
                </a:solidFill>
                <a:latin typeface="Consolas"/>
              </a:rPr>
              <a:t>import</a:t>
            </a:r>
            <a:r>
              <a:rPr lang="en-US" b="0" dirty="0">
                <a:solidFill>
                  <a:srgbClr val="000000"/>
                </a:solidFill>
                <a:latin typeface="Consolas"/>
              </a:rPr>
              <a:t> </a:t>
            </a:r>
            <a:r>
              <a:rPr lang="en-US" b="0" dirty="0" err="1">
                <a:solidFill>
                  <a:srgbClr val="000000"/>
                </a:solidFill>
                <a:latin typeface="Consolas"/>
              </a:rPr>
              <a:t>javax.json.JsonObject</a:t>
            </a:r>
            <a:r>
              <a:rPr lang="en-US" b="0" dirty="0" smtClean="0">
                <a:solidFill>
                  <a:srgbClr val="000000"/>
                </a:solidFill>
                <a:latin typeface="Consolas"/>
              </a:rPr>
              <a:t>;</a:t>
            </a:r>
          </a:p>
          <a:p>
            <a:pPr>
              <a:spcBef>
                <a:spcPts val="0"/>
              </a:spcBef>
            </a:pPr>
            <a:r>
              <a:rPr lang="en-US" dirty="0">
                <a:solidFill>
                  <a:srgbClr val="7F0055"/>
                </a:solidFill>
                <a:latin typeface="Consolas"/>
              </a:rPr>
              <a:t>import</a:t>
            </a:r>
            <a:r>
              <a:rPr lang="en-US" b="0" dirty="0">
                <a:solidFill>
                  <a:srgbClr val="000000"/>
                </a:solidFill>
                <a:latin typeface="Consolas"/>
              </a:rPr>
              <a:t> </a:t>
            </a:r>
            <a:r>
              <a:rPr lang="en-US" b="0" dirty="0" err="1" smtClean="0">
                <a:solidFill>
                  <a:srgbClr val="000000"/>
                </a:solidFill>
                <a:latin typeface="Consolas"/>
              </a:rPr>
              <a:t>javax.json.JsonArray</a:t>
            </a:r>
            <a:r>
              <a:rPr lang="en-US" b="0" dirty="0" smtClean="0">
                <a:solidFill>
                  <a:srgbClr val="000000"/>
                </a:solidFill>
                <a:latin typeface="Consolas"/>
              </a:rPr>
              <a:t>;</a:t>
            </a:r>
            <a:endParaRPr lang="en-US" b="0" dirty="0">
              <a:solidFill>
                <a:srgbClr val="000000"/>
              </a:solidFill>
              <a:latin typeface="Consolas"/>
            </a:endParaRPr>
          </a:p>
          <a:p>
            <a:pPr>
              <a:spcBef>
                <a:spcPts val="0"/>
              </a:spcBef>
            </a:pPr>
            <a:r>
              <a:rPr lang="en-US" b="0" dirty="0" smtClean="0">
                <a:solidFill>
                  <a:srgbClr val="000000"/>
                </a:solidFill>
                <a:latin typeface="Consolas"/>
              </a:rPr>
              <a:t>…</a:t>
            </a:r>
            <a:endParaRPr lang="en-US" b="0" dirty="0">
              <a:solidFill>
                <a:srgbClr val="000000"/>
              </a:solidFill>
              <a:latin typeface="Consolas"/>
            </a:endParaRPr>
          </a:p>
          <a:p>
            <a:pPr>
              <a:spcBef>
                <a:spcPts val="0"/>
              </a:spcBef>
            </a:pPr>
            <a:r>
              <a:rPr lang="en-US" b="0" dirty="0" err="1" smtClean="0">
                <a:solidFill>
                  <a:srgbClr val="000000"/>
                </a:solidFill>
                <a:latin typeface="Consolas"/>
              </a:rPr>
              <a:t>JsonArray</a:t>
            </a:r>
            <a:r>
              <a:rPr lang="en-US" b="0" dirty="0" smtClean="0">
                <a:solidFill>
                  <a:srgbClr val="000000"/>
                </a:solidFill>
                <a:latin typeface="Consolas"/>
              </a:rPr>
              <a:t> </a:t>
            </a:r>
            <a:r>
              <a:rPr lang="en-US" b="0" dirty="0" err="1" smtClean="0">
                <a:solidFill>
                  <a:srgbClr val="000000"/>
                </a:solidFill>
                <a:latin typeface="Consolas"/>
              </a:rPr>
              <a:t>phoneNumbersModel</a:t>
            </a:r>
            <a:r>
              <a:rPr lang="en-US" b="0" dirty="0" smtClean="0">
                <a:solidFill>
                  <a:srgbClr val="000000"/>
                </a:solidFill>
                <a:latin typeface="Consolas"/>
              </a:rPr>
              <a:t> = </a:t>
            </a:r>
            <a:r>
              <a:rPr lang="en-US" b="0" dirty="0" err="1" smtClean="0">
                <a:solidFill>
                  <a:srgbClr val="000000"/>
                </a:solidFill>
                <a:latin typeface="Consolas"/>
              </a:rPr>
              <a:t>Json.createArrayBuilder</a:t>
            </a:r>
            <a:r>
              <a:rPr lang="en-US" b="0" dirty="0" smtClean="0">
                <a:solidFill>
                  <a:srgbClr val="000000"/>
                </a:solidFill>
                <a:latin typeface="Consolas"/>
              </a:rPr>
              <a:t>()</a:t>
            </a:r>
          </a:p>
          <a:p>
            <a:pPr>
              <a:spcBef>
                <a:spcPts val="0"/>
              </a:spcBef>
            </a:pPr>
            <a:r>
              <a:rPr lang="en-US" b="0" dirty="0">
                <a:solidFill>
                  <a:srgbClr val="000000"/>
                </a:solidFill>
                <a:latin typeface="Consolas"/>
              </a:rPr>
              <a:t> </a:t>
            </a:r>
            <a:r>
              <a:rPr lang="en-US" b="0" dirty="0" smtClean="0">
                <a:solidFill>
                  <a:srgbClr val="000000"/>
                </a:solidFill>
                <a:latin typeface="Consolas"/>
              </a:rPr>
              <a:t> .add(</a:t>
            </a:r>
            <a:r>
              <a:rPr lang="en-US" dirty="0">
                <a:solidFill>
                  <a:srgbClr val="2A00FF"/>
                </a:solidFill>
                <a:latin typeface="Consolas"/>
              </a:rPr>
              <a:t>"</a:t>
            </a:r>
            <a:r>
              <a:rPr lang="en-US" b="0" dirty="0" smtClean="0">
                <a:solidFill>
                  <a:srgbClr val="2A00FF"/>
                </a:solidFill>
                <a:latin typeface="Consolas"/>
              </a:rPr>
              <a:t>111-111-111</a:t>
            </a:r>
            <a:r>
              <a:rPr lang="en-US" dirty="0">
                <a:solidFill>
                  <a:srgbClr val="2A00FF"/>
                </a:solidFill>
                <a:latin typeface="Consolas"/>
              </a:rPr>
              <a:t>"</a:t>
            </a:r>
            <a:r>
              <a:rPr lang="en-US" b="0" dirty="0" smtClean="0">
                <a:solidFill>
                  <a:srgbClr val="000000"/>
                </a:solidFill>
                <a:latin typeface="Consolas"/>
              </a:rPr>
              <a:t>)</a:t>
            </a:r>
          </a:p>
          <a:p>
            <a:pPr>
              <a:spcBef>
                <a:spcPts val="0"/>
              </a:spcBef>
            </a:pPr>
            <a:r>
              <a:rPr lang="en-US" b="0" dirty="0">
                <a:solidFill>
                  <a:srgbClr val="000000"/>
                </a:solidFill>
                <a:latin typeface="Consolas"/>
              </a:rPr>
              <a:t> </a:t>
            </a:r>
            <a:r>
              <a:rPr lang="en-US" b="0" dirty="0" smtClean="0">
                <a:solidFill>
                  <a:srgbClr val="000000"/>
                </a:solidFill>
                <a:latin typeface="Consolas"/>
              </a:rPr>
              <a:t> .add(</a:t>
            </a:r>
            <a:r>
              <a:rPr lang="en-US" dirty="0">
                <a:solidFill>
                  <a:srgbClr val="2A00FF"/>
                </a:solidFill>
                <a:latin typeface="Consolas"/>
              </a:rPr>
              <a:t>"</a:t>
            </a:r>
            <a:r>
              <a:rPr lang="en-US" b="0" dirty="0" smtClean="0">
                <a:solidFill>
                  <a:srgbClr val="2A00FF"/>
                </a:solidFill>
                <a:latin typeface="Consolas"/>
              </a:rPr>
              <a:t>222-222-222</a:t>
            </a:r>
            <a:r>
              <a:rPr lang="en-US" dirty="0">
                <a:solidFill>
                  <a:srgbClr val="2A00FF"/>
                </a:solidFill>
                <a:latin typeface="Consolas"/>
              </a:rPr>
              <a:t>"</a:t>
            </a:r>
            <a:r>
              <a:rPr lang="en-US" b="0" dirty="0" smtClean="0">
                <a:solidFill>
                  <a:srgbClr val="000000"/>
                </a:solidFill>
                <a:latin typeface="Consolas"/>
              </a:rPr>
              <a:t>);</a:t>
            </a:r>
          </a:p>
          <a:p>
            <a:pPr>
              <a:spcBef>
                <a:spcPts val="0"/>
              </a:spcBef>
            </a:pPr>
            <a:r>
              <a:rPr lang="en-US" b="0" dirty="0" err="1" smtClean="0">
                <a:solidFill>
                  <a:srgbClr val="000000"/>
                </a:solidFill>
                <a:latin typeface="Consolas"/>
              </a:rPr>
              <a:t>JsonObject</a:t>
            </a:r>
            <a:r>
              <a:rPr lang="en-US" b="0" dirty="0" smtClean="0">
                <a:solidFill>
                  <a:srgbClr val="000000"/>
                </a:solidFill>
                <a:latin typeface="Consolas"/>
              </a:rPr>
              <a:t> model = </a:t>
            </a:r>
            <a:r>
              <a:rPr lang="en-US" b="0" dirty="0" err="1" smtClean="0">
                <a:solidFill>
                  <a:srgbClr val="000000"/>
                </a:solidFill>
                <a:latin typeface="Consolas"/>
              </a:rPr>
              <a:t>Json.createObjectBuilder</a:t>
            </a:r>
            <a:r>
              <a:rPr lang="en-US" b="0" dirty="0" smtClean="0">
                <a:solidFill>
                  <a:srgbClr val="000000"/>
                </a:solidFill>
                <a:latin typeface="Consolas"/>
              </a:rPr>
              <a:t>()</a:t>
            </a:r>
          </a:p>
          <a:p>
            <a:pPr>
              <a:spcBef>
                <a:spcPts val="0"/>
              </a:spcBef>
            </a:pPr>
            <a:r>
              <a:rPr lang="en-US" b="0" dirty="0" smtClean="0">
                <a:solidFill>
                  <a:srgbClr val="000000"/>
                </a:solidFill>
                <a:latin typeface="Consolas"/>
              </a:rPr>
              <a:t>     .</a:t>
            </a:r>
            <a:r>
              <a:rPr lang="en-US" b="0" dirty="0">
                <a:solidFill>
                  <a:srgbClr val="000000"/>
                </a:solidFill>
                <a:latin typeface="Consolas"/>
              </a:rPr>
              <a:t>add</a:t>
            </a:r>
            <a:r>
              <a:rPr lang="en-US" b="0" dirty="0" smtClean="0">
                <a:solidFill>
                  <a:srgbClr val="000000"/>
                </a:solidFill>
                <a:latin typeface="Consolas"/>
              </a:rPr>
              <a:t>(</a:t>
            </a:r>
            <a:r>
              <a:rPr lang="en-US" dirty="0">
                <a:solidFill>
                  <a:srgbClr val="2A00FF"/>
                </a:solidFill>
                <a:latin typeface="Consolas"/>
              </a:rPr>
              <a:t>"</a:t>
            </a:r>
            <a:r>
              <a:rPr lang="en-US" b="0" dirty="0" err="1" smtClean="0">
                <a:solidFill>
                  <a:srgbClr val="2A00FF"/>
                </a:solidFill>
                <a:latin typeface="Consolas"/>
              </a:rPr>
              <a:t>firstName</a:t>
            </a:r>
            <a:r>
              <a:rPr lang="en-US" dirty="0">
                <a:solidFill>
                  <a:srgbClr val="2A00FF"/>
                </a:solidFill>
                <a:latin typeface="Consolas"/>
              </a:rPr>
              <a:t>"</a:t>
            </a:r>
            <a:r>
              <a:rPr lang="en-US" b="0" dirty="0" smtClean="0">
                <a:solidFill>
                  <a:srgbClr val="000000"/>
                </a:solidFill>
                <a:latin typeface="Consolas"/>
              </a:rPr>
              <a:t>, </a:t>
            </a:r>
            <a:r>
              <a:rPr lang="en-US" dirty="0">
                <a:solidFill>
                  <a:srgbClr val="2A00FF"/>
                </a:solidFill>
                <a:latin typeface="Consolas"/>
              </a:rPr>
              <a:t>"</a:t>
            </a:r>
            <a:r>
              <a:rPr lang="en-US" b="0" dirty="0">
                <a:solidFill>
                  <a:srgbClr val="2A00FF"/>
                </a:solidFill>
                <a:latin typeface="Consolas"/>
              </a:rPr>
              <a:t>Ivan</a:t>
            </a:r>
            <a:r>
              <a:rPr lang="en-US" dirty="0">
                <a:solidFill>
                  <a:srgbClr val="2A00FF"/>
                </a:solidFill>
                <a:latin typeface="Consolas"/>
              </a:rPr>
              <a:t>"</a:t>
            </a:r>
            <a:r>
              <a:rPr lang="en-US" b="0" dirty="0" smtClean="0">
                <a:solidFill>
                  <a:srgbClr val="000000"/>
                </a:solidFill>
                <a:latin typeface="Consolas"/>
              </a:rPr>
              <a:t>)  </a:t>
            </a:r>
          </a:p>
          <a:p>
            <a:pPr>
              <a:spcBef>
                <a:spcPts val="0"/>
              </a:spcBef>
            </a:pPr>
            <a:r>
              <a:rPr lang="en-US" b="0" dirty="0">
                <a:solidFill>
                  <a:srgbClr val="000000"/>
                </a:solidFill>
                <a:latin typeface="Consolas"/>
              </a:rPr>
              <a:t> </a:t>
            </a:r>
            <a:r>
              <a:rPr lang="en-US" b="0" dirty="0" smtClean="0">
                <a:solidFill>
                  <a:srgbClr val="000000"/>
                </a:solidFill>
                <a:latin typeface="Consolas"/>
              </a:rPr>
              <a:t>    </a:t>
            </a:r>
            <a:r>
              <a:rPr lang="en-US" b="0" dirty="0">
                <a:solidFill>
                  <a:srgbClr val="000000"/>
                </a:solidFill>
                <a:latin typeface="Consolas"/>
              </a:rPr>
              <a:t>.add</a:t>
            </a:r>
            <a:r>
              <a:rPr lang="en-US" b="0" dirty="0" smtClean="0">
                <a:solidFill>
                  <a:srgbClr val="000000"/>
                </a:solidFill>
                <a:latin typeface="Consolas"/>
              </a:rPr>
              <a:t>(</a:t>
            </a:r>
            <a:r>
              <a:rPr lang="en-US" dirty="0">
                <a:solidFill>
                  <a:srgbClr val="2A00FF"/>
                </a:solidFill>
                <a:latin typeface="Consolas"/>
              </a:rPr>
              <a:t>"</a:t>
            </a:r>
            <a:r>
              <a:rPr lang="en-US" b="0" dirty="0" err="1">
                <a:solidFill>
                  <a:srgbClr val="2A00FF"/>
                </a:solidFill>
                <a:latin typeface="Consolas"/>
              </a:rPr>
              <a:t>lastName</a:t>
            </a:r>
            <a:r>
              <a:rPr lang="en-US" dirty="0">
                <a:solidFill>
                  <a:srgbClr val="2A00FF"/>
                </a:solidFill>
                <a:latin typeface="Consolas"/>
              </a:rPr>
              <a:t>"</a:t>
            </a:r>
            <a:r>
              <a:rPr lang="en-US" b="0" dirty="0" smtClean="0">
                <a:solidFill>
                  <a:srgbClr val="000000"/>
                </a:solidFill>
                <a:latin typeface="Consolas"/>
              </a:rPr>
              <a:t>, </a:t>
            </a:r>
            <a:r>
              <a:rPr lang="en-US" dirty="0">
                <a:solidFill>
                  <a:srgbClr val="2A00FF"/>
                </a:solidFill>
                <a:latin typeface="Consolas"/>
              </a:rPr>
              <a:t>"</a:t>
            </a:r>
            <a:r>
              <a:rPr lang="en-US" b="0" dirty="0">
                <a:solidFill>
                  <a:srgbClr val="2A00FF"/>
                </a:solidFill>
                <a:latin typeface="Consolas"/>
              </a:rPr>
              <a:t>Ivanov</a:t>
            </a:r>
            <a:r>
              <a:rPr lang="en-US" dirty="0">
                <a:solidFill>
                  <a:srgbClr val="2A00FF"/>
                </a:solidFill>
                <a:latin typeface="Consolas"/>
              </a:rPr>
              <a:t>"</a:t>
            </a:r>
            <a:r>
              <a:rPr lang="en-US" b="0" dirty="0" smtClean="0">
                <a:solidFill>
                  <a:srgbClr val="000000"/>
                </a:solidFill>
                <a:latin typeface="Consolas"/>
              </a:rPr>
              <a:t>)</a:t>
            </a:r>
          </a:p>
          <a:p>
            <a:pPr>
              <a:spcBef>
                <a:spcPts val="0"/>
              </a:spcBef>
            </a:pPr>
            <a:r>
              <a:rPr lang="en-US" b="0" dirty="0">
                <a:solidFill>
                  <a:srgbClr val="000000"/>
                </a:solidFill>
                <a:latin typeface="Consolas"/>
              </a:rPr>
              <a:t> </a:t>
            </a:r>
            <a:r>
              <a:rPr lang="en-US" b="0" dirty="0" smtClean="0">
                <a:solidFill>
                  <a:srgbClr val="000000"/>
                </a:solidFill>
                <a:latin typeface="Consolas"/>
              </a:rPr>
              <a:t>    </a:t>
            </a:r>
            <a:r>
              <a:rPr lang="en-US" b="0" dirty="0">
                <a:solidFill>
                  <a:srgbClr val="000000"/>
                </a:solidFill>
                <a:latin typeface="Consolas"/>
              </a:rPr>
              <a:t>.add</a:t>
            </a:r>
            <a:r>
              <a:rPr lang="en-US" b="0" dirty="0" smtClean="0">
                <a:solidFill>
                  <a:srgbClr val="000000"/>
                </a:solidFill>
                <a:latin typeface="Consolas"/>
              </a:rPr>
              <a:t>(</a:t>
            </a:r>
            <a:r>
              <a:rPr lang="en-US" dirty="0">
                <a:solidFill>
                  <a:srgbClr val="2A00FF"/>
                </a:solidFill>
                <a:latin typeface="Consolas"/>
              </a:rPr>
              <a:t>"</a:t>
            </a:r>
            <a:r>
              <a:rPr lang="en-US" b="0" dirty="0">
                <a:solidFill>
                  <a:srgbClr val="2A00FF"/>
                </a:solidFill>
                <a:latin typeface="Consolas"/>
              </a:rPr>
              <a:t>id</a:t>
            </a:r>
            <a:r>
              <a:rPr lang="en-US" dirty="0">
                <a:solidFill>
                  <a:srgbClr val="2A00FF"/>
                </a:solidFill>
                <a:latin typeface="Consolas"/>
              </a:rPr>
              <a:t>"</a:t>
            </a:r>
            <a:r>
              <a:rPr lang="en-US" b="0" dirty="0" smtClean="0">
                <a:solidFill>
                  <a:srgbClr val="000000"/>
                </a:solidFill>
                <a:latin typeface="Consolas"/>
              </a:rPr>
              <a:t>, 111)</a:t>
            </a:r>
          </a:p>
          <a:p>
            <a:pPr>
              <a:spcBef>
                <a:spcPts val="0"/>
              </a:spcBef>
            </a:pPr>
            <a:r>
              <a:rPr lang="en-US" b="0" dirty="0">
                <a:solidFill>
                  <a:srgbClr val="000000"/>
                </a:solidFill>
                <a:latin typeface="Consolas"/>
              </a:rPr>
              <a:t> </a:t>
            </a:r>
            <a:r>
              <a:rPr lang="en-US" b="0" dirty="0" smtClean="0">
                <a:solidFill>
                  <a:srgbClr val="000000"/>
                </a:solidFill>
                <a:latin typeface="Consolas"/>
              </a:rPr>
              <a:t>    .add(</a:t>
            </a:r>
            <a:r>
              <a:rPr lang="en-US" dirty="0">
                <a:solidFill>
                  <a:srgbClr val="2A00FF"/>
                </a:solidFill>
                <a:latin typeface="Consolas"/>
              </a:rPr>
              <a:t>"</a:t>
            </a:r>
            <a:r>
              <a:rPr lang="en-US" b="0" dirty="0" err="1">
                <a:solidFill>
                  <a:srgbClr val="2A00FF"/>
                </a:solidFill>
                <a:latin typeface="Consolas"/>
              </a:rPr>
              <a:t>phoneNumbers</a:t>
            </a:r>
            <a:r>
              <a:rPr lang="en-US" dirty="0">
                <a:solidFill>
                  <a:srgbClr val="2A00FF"/>
                </a:solidFill>
                <a:latin typeface="Consolas"/>
              </a:rPr>
              <a:t>"</a:t>
            </a:r>
            <a:r>
              <a:rPr lang="en-US" b="0" dirty="0" smtClean="0">
                <a:solidFill>
                  <a:srgbClr val="000000"/>
                </a:solidFill>
                <a:latin typeface="Consolas"/>
              </a:rPr>
              <a:t>, </a:t>
            </a:r>
            <a:r>
              <a:rPr lang="en-US" b="0" dirty="0" err="1" smtClean="0">
                <a:solidFill>
                  <a:srgbClr val="000000"/>
                </a:solidFill>
                <a:latin typeface="Consolas"/>
              </a:rPr>
              <a:t>phoneNumbersModel</a:t>
            </a:r>
            <a:r>
              <a:rPr lang="en-US" b="0" dirty="0" smtClean="0">
                <a:solidFill>
                  <a:srgbClr val="000000"/>
                </a:solidFill>
                <a:latin typeface="Consolas"/>
              </a:rPr>
              <a:t>).build()</a:t>
            </a:r>
            <a:r>
              <a:rPr lang="en-US" dirty="0" smtClean="0">
                <a:solidFill>
                  <a:srgbClr val="000000"/>
                </a:solidFill>
                <a:latin typeface="Consolas"/>
              </a:rPr>
              <a:t>;</a:t>
            </a:r>
          </a:p>
          <a:p>
            <a:pPr>
              <a:spcBef>
                <a:spcPts val="0"/>
              </a:spcBef>
            </a:pPr>
            <a:endParaRPr lang="en-US" dirty="0" smtClean="0">
              <a:solidFill>
                <a:srgbClr val="000000"/>
              </a:solidFill>
              <a:latin typeface="Consolas"/>
            </a:endParaRPr>
          </a:p>
        </p:txBody>
      </p:sp>
    </p:spTree>
    <p:extLst>
      <p:ext uri="{BB962C8B-B14F-4D97-AF65-F5344CB8AC3E}">
        <p14:creationId xmlns:p14="http://schemas.microsoft.com/office/powerpoint/2010/main" val="3397906022"/>
      </p:ext>
    </p:extLst>
  </p:cSld>
  <p:clrMapOvr>
    <a:masterClrMapping/>
  </p:clrMapOvr>
  <p:transition spd="med"/>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0" dirty="0" smtClean="0"/>
              <a:t>Object Model API – </a:t>
            </a:r>
            <a:r>
              <a:rPr lang="bg-BG" sz="3200" b="0" dirty="0" smtClean="0"/>
              <a:t>записване на обект</a:t>
            </a:r>
            <a:endParaRPr lang="en-US" sz="3200" dirty="0"/>
          </a:p>
        </p:txBody>
      </p:sp>
      <p:sp>
        <p:nvSpPr>
          <p:cNvPr id="5" name="Text Placeholder 2"/>
          <p:cNvSpPr>
            <a:spLocks noGrp="1"/>
          </p:cNvSpPr>
          <p:nvPr>
            <p:ph type="body" sz="quarter" idx="10"/>
          </p:nvPr>
        </p:nvSpPr>
        <p:spPr>
          <a:xfrm>
            <a:off x="324000" y="1296365"/>
            <a:ext cx="8494713" cy="4785348"/>
          </a:xfrm>
        </p:spPr>
        <p:txBody>
          <a:bodyPr/>
          <a:lstStyle/>
          <a:p>
            <a:pPr>
              <a:spcBef>
                <a:spcPts val="0"/>
              </a:spcBef>
            </a:pPr>
            <a:r>
              <a:rPr lang="en-US" sz="1700" dirty="0">
                <a:solidFill>
                  <a:srgbClr val="7F0055"/>
                </a:solidFill>
                <a:latin typeface="Consolas"/>
              </a:rPr>
              <a:t>import</a:t>
            </a:r>
            <a:r>
              <a:rPr lang="en-US" sz="1700" b="0" dirty="0">
                <a:solidFill>
                  <a:srgbClr val="000000"/>
                </a:solidFill>
                <a:latin typeface="Consolas"/>
              </a:rPr>
              <a:t> </a:t>
            </a:r>
            <a:r>
              <a:rPr lang="en-US" sz="1700" b="0" dirty="0" err="1" smtClean="0">
                <a:solidFill>
                  <a:srgbClr val="000000"/>
                </a:solidFill>
                <a:latin typeface="Consolas"/>
              </a:rPr>
              <a:t>java.io.StringWriter</a:t>
            </a:r>
            <a:r>
              <a:rPr lang="en-US" sz="1700" b="0" dirty="0">
                <a:solidFill>
                  <a:srgbClr val="000000"/>
                </a:solidFill>
                <a:latin typeface="Consolas"/>
              </a:rPr>
              <a:t>;</a:t>
            </a:r>
          </a:p>
          <a:p>
            <a:pPr>
              <a:spcBef>
                <a:spcPts val="0"/>
              </a:spcBef>
            </a:pPr>
            <a:r>
              <a:rPr lang="en-US" sz="1700" dirty="0">
                <a:solidFill>
                  <a:srgbClr val="7F0055"/>
                </a:solidFill>
                <a:latin typeface="Consolas"/>
              </a:rPr>
              <a:t>import</a:t>
            </a:r>
            <a:r>
              <a:rPr lang="en-US" sz="1700" b="0" dirty="0">
                <a:solidFill>
                  <a:srgbClr val="000000"/>
                </a:solidFill>
                <a:latin typeface="Consolas"/>
              </a:rPr>
              <a:t> </a:t>
            </a:r>
            <a:r>
              <a:rPr lang="en-US" sz="1700" b="0" dirty="0" err="1">
                <a:solidFill>
                  <a:srgbClr val="000000"/>
                </a:solidFill>
                <a:latin typeface="Consolas"/>
              </a:rPr>
              <a:t>javax.json.JsonWriter</a:t>
            </a:r>
            <a:r>
              <a:rPr lang="en-US" sz="1700" b="0" dirty="0">
                <a:solidFill>
                  <a:srgbClr val="000000"/>
                </a:solidFill>
                <a:latin typeface="Consolas"/>
              </a:rPr>
              <a:t>;</a:t>
            </a:r>
            <a:endParaRPr lang="en-US" sz="1700" b="0" dirty="0" smtClean="0">
              <a:solidFill>
                <a:srgbClr val="000000"/>
              </a:solidFill>
              <a:latin typeface="Consolas"/>
            </a:endParaRPr>
          </a:p>
          <a:p>
            <a:pPr>
              <a:spcBef>
                <a:spcPts val="0"/>
              </a:spcBef>
            </a:pPr>
            <a:r>
              <a:rPr lang="en-US" sz="1700" b="0" dirty="0" smtClean="0">
                <a:solidFill>
                  <a:srgbClr val="000000"/>
                </a:solidFill>
                <a:latin typeface="Consolas"/>
              </a:rPr>
              <a:t>…</a:t>
            </a:r>
            <a:endParaRPr lang="en-US" sz="1700" b="0" dirty="0">
              <a:solidFill>
                <a:srgbClr val="000000"/>
              </a:solidFill>
              <a:latin typeface="Consolas"/>
            </a:endParaRPr>
          </a:p>
          <a:p>
            <a:pPr>
              <a:spcBef>
                <a:spcPts val="0"/>
              </a:spcBef>
            </a:pPr>
            <a:r>
              <a:rPr lang="en-US" sz="1700" b="0" dirty="0" err="1">
                <a:solidFill>
                  <a:srgbClr val="000000"/>
                </a:solidFill>
                <a:latin typeface="Consolas"/>
              </a:rPr>
              <a:t>StringWriter</a:t>
            </a:r>
            <a:r>
              <a:rPr lang="en-US" sz="1700" b="0" dirty="0">
                <a:solidFill>
                  <a:srgbClr val="000000"/>
                </a:solidFill>
                <a:latin typeface="Consolas"/>
              </a:rPr>
              <a:t> </a:t>
            </a:r>
            <a:r>
              <a:rPr lang="en-US" sz="1700" b="0" dirty="0" err="1">
                <a:solidFill>
                  <a:srgbClr val="000000"/>
                </a:solidFill>
                <a:latin typeface="Consolas"/>
              </a:rPr>
              <a:t>stWriter</a:t>
            </a:r>
            <a:r>
              <a:rPr lang="en-US" sz="1700" b="0" dirty="0">
                <a:solidFill>
                  <a:srgbClr val="000000"/>
                </a:solidFill>
                <a:latin typeface="Consolas"/>
              </a:rPr>
              <a:t> = </a:t>
            </a:r>
            <a:r>
              <a:rPr lang="en-US" sz="1700" dirty="0">
                <a:solidFill>
                  <a:srgbClr val="7F0055"/>
                </a:solidFill>
                <a:latin typeface="Consolas"/>
              </a:rPr>
              <a:t>new</a:t>
            </a:r>
            <a:r>
              <a:rPr lang="en-US" sz="1700" b="0" dirty="0">
                <a:solidFill>
                  <a:srgbClr val="000000"/>
                </a:solidFill>
                <a:latin typeface="Consolas"/>
              </a:rPr>
              <a:t> </a:t>
            </a:r>
            <a:r>
              <a:rPr lang="en-US" sz="1700" b="0" dirty="0" err="1">
                <a:solidFill>
                  <a:srgbClr val="000000"/>
                </a:solidFill>
                <a:latin typeface="Consolas"/>
              </a:rPr>
              <a:t>StringWriter</a:t>
            </a:r>
            <a:r>
              <a:rPr lang="en-US" sz="1700" b="0" dirty="0">
                <a:solidFill>
                  <a:srgbClr val="000000"/>
                </a:solidFill>
                <a:latin typeface="Consolas"/>
              </a:rPr>
              <a:t>();</a:t>
            </a:r>
          </a:p>
          <a:p>
            <a:pPr>
              <a:spcBef>
                <a:spcPts val="0"/>
              </a:spcBef>
            </a:pPr>
            <a:r>
              <a:rPr lang="en-US" sz="1700" dirty="0" smtClean="0">
                <a:solidFill>
                  <a:srgbClr val="7F0055"/>
                </a:solidFill>
                <a:latin typeface="Consolas"/>
              </a:rPr>
              <a:t>try</a:t>
            </a:r>
            <a:r>
              <a:rPr lang="en-US" sz="1700" b="0" dirty="0" smtClean="0">
                <a:solidFill>
                  <a:srgbClr val="000000"/>
                </a:solidFill>
                <a:latin typeface="Consolas"/>
              </a:rPr>
              <a:t> </a:t>
            </a:r>
            <a:r>
              <a:rPr lang="en-US" sz="1700" b="0" dirty="0">
                <a:solidFill>
                  <a:srgbClr val="000000"/>
                </a:solidFill>
                <a:latin typeface="Consolas"/>
              </a:rPr>
              <a:t>(</a:t>
            </a:r>
            <a:r>
              <a:rPr lang="en-US" sz="1700" b="0" dirty="0" err="1">
                <a:solidFill>
                  <a:srgbClr val="000000"/>
                </a:solidFill>
                <a:latin typeface="Consolas"/>
              </a:rPr>
              <a:t>JsonWriter</a:t>
            </a:r>
            <a:r>
              <a:rPr lang="en-US" sz="1700" b="0" dirty="0">
                <a:solidFill>
                  <a:srgbClr val="000000"/>
                </a:solidFill>
                <a:latin typeface="Consolas"/>
              </a:rPr>
              <a:t> </a:t>
            </a:r>
            <a:r>
              <a:rPr lang="en-US" sz="1700" b="0" dirty="0" err="1">
                <a:solidFill>
                  <a:srgbClr val="000000"/>
                </a:solidFill>
                <a:latin typeface="Consolas"/>
              </a:rPr>
              <a:t>jsonWriter</a:t>
            </a:r>
            <a:r>
              <a:rPr lang="en-US" sz="1700" b="0" dirty="0">
                <a:solidFill>
                  <a:srgbClr val="000000"/>
                </a:solidFill>
                <a:latin typeface="Consolas"/>
              </a:rPr>
              <a:t> = </a:t>
            </a:r>
            <a:r>
              <a:rPr lang="en-US" sz="1700" b="0" dirty="0" err="1">
                <a:solidFill>
                  <a:srgbClr val="000000"/>
                </a:solidFill>
                <a:latin typeface="Consolas"/>
              </a:rPr>
              <a:t>Json.createWriter</a:t>
            </a:r>
            <a:r>
              <a:rPr lang="en-US" sz="1700" b="0" dirty="0">
                <a:solidFill>
                  <a:srgbClr val="000000"/>
                </a:solidFill>
                <a:latin typeface="Consolas"/>
              </a:rPr>
              <a:t>(</a:t>
            </a:r>
            <a:r>
              <a:rPr lang="en-US" sz="1700" b="0" dirty="0" err="1">
                <a:solidFill>
                  <a:srgbClr val="000000"/>
                </a:solidFill>
                <a:latin typeface="Consolas"/>
              </a:rPr>
              <a:t>stWriter</a:t>
            </a:r>
            <a:r>
              <a:rPr lang="en-US" sz="1700" b="0" dirty="0">
                <a:solidFill>
                  <a:srgbClr val="000000"/>
                </a:solidFill>
                <a:latin typeface="Consolas"/>
              </a:rPr>
              <a:t>)) {</a:t>
            </a:r>
          </a:p>
          <a:p>
            <a:pPr>
              <a:spcBef>
                <a:spcPts val="0"/>
              </a:spcBef>
            </a:pPr>
            <a:r>
              <a:rPr lang="en-US" sz="1700" b="0" dirty="0">
                <a:solidFill>
                  <a:srgbClr val="000000"/>
                </a:solidFill>
                <a:latin typeface="Consolas"/>
              </a:rPr>
              <a:t>   </a:t>
            </a:r>
            <a:r>
              <a:rPr lang="en-US" sz="1700" b="0" dirty="0" err="1">
                <a:solidFill>
                  <a:srgbClr val="000000"/>
                </a:solidFill>
                <a:latin typeface="Consolas"/>
              </a:rPr>
              <a:t>jsonWriter.writeObject</a:t>
            </a:r>
            <a:r>
              <a:rPr lang="en-US" sz="1700" b="0" dirty="0">
                <a:solidFill>
                  <a:srgbClr val="000000"/>
                </a:solidFill>
                <a:latin typeface="Consolas"/>
              </a:rPr>
              <a:t>(model);</a:t>
            </a:r>
          </a:p>
          <a:p>
            <a:pPr>
              <a:spcBef>
                <a:spcPts val="0"/>
              </a:spcBef>
            </a:pPr>
            <a:r>
              <a:rPr lang="en-US" sz="1700" b="0" dirty="0">
                <a:solidFill>
                  <a:srgbClr val="000000"/>
                </a:solidFill>
                <a:latin typeface="Consolas"/>
              </a:rPr>
              <a:t>}</a:t>
            </a:r>
          </a:p>
          <a:p>
            <a:pPr>
              <a:spcBef>
                <a:spcPts val="0"/>
              </a:spcBef>
            </a:pPr>
            <a:r>
              <a:rPr lang="en-US" sz="1700" b="0" dirty="0">
                <a:solidFill>
                  <a:srgbClr val="000000"/>
                </a:solidFill>
                <a:latin typeface="Consolas"/>
              </a:rPr>
              <a:t> </a:t>
            </a:r>
          </a:p>
          <a:p>
            <a:pPr>
              <a:spcBef>
                <a:spcPts val="0"/>
              </a:spcBef>
            </a:pPr>
            <a:r>
              <a:rPr lang="en-US" sz="1700" b="0" dirty="0">
                <a:solidFill>
                  <a:srgbClr val="000000"/>
                </a:solidFill>
                <a:latin typeface="Consolas"/>
              </a:rPr>
              <a:t>String </a:t>
            </a:r>
            <a:r>
              <a:rPr lang="en-US" sz="1700" b="0" dirty="0" err="1">
                <a:solidFill>
                  <a:srgbClr val="000000"/>
                </a:solidFill>
                <a:latin typeface="Consolas"/>
              </a:rPr>
              <a:t>jsonData</a:t>
            </a:r>
            <a:r>
              <a:rPr lang="en-US" sz="1700" b="0" dirty="0">
                <a:solidFill>
                  <a:srgbClr val="000000"/>
                </a:solidFill>
                <a:latin typeface="Consolas"/>
              </a:rPr>
              <a:t> = </a:t>
            </a:r>
            <a:r>
              <a:rPr lang="en-US" sz="1700" b="0" dirty="0" err="1">
                <a:solidFill>
                  <a:srgbClr val="000000"/>
                </a:solidFill>
                <a:latin typeface="Consolas"/>
              </a:rPr>
              <a:t>stWriter.toString</a:t>
            </a:r>
            <a:r>
              <a:rPr lang="en-US" sz="1700" b="0" dirty="0">
                <a:solidFill>
                  <a:srgbClr val="000000"/>
                </a:solidFill>
                <a:latin typeface="Consolas"/>
              </a:rPr>
              <a:t>();</a:t>
            </a:r>
          </a:p>
          <a:p>
            <a:pPr>
              <a:spcBef>
                <a:spcPts val="0"/>
              </a:spcBef>
            </a:pPr>
            <a:r>
              <a:rPr lang="en-US" sz="1700" b="0" dirty="0" err="1">
                <a:solidFill>
                  <a:srgbClr val="000000"/>
                </a:solidFill>
                <a:latin typeface="Consolas"/>
              </a:rPr>
              <a:t>System.out.println</a:t>
            </a:r>
            <a:r>
              <a:rPr lang="en-US" sz="1700" b="0" dirty="0">
                <a:solidFill>
                  <a:srgbClr val="000000"/>
                </a:solidFill>
                <a:latin typeface="Consolas"/>
              </a:rPr>
              <a:t>(</a:t>
            </a:r>
            <a:r>
              <a:rPr lang="en-US" sz="1700" b="0" dirty="0" err="1">
                <a:solidFill>
                  <a:srgbClr val="000000"/>
                </a:solidFill>
                <a:latin typeface="Consolas"/>
              </a:rPr>
              <a:t>jsonData</a:t>
            </a:r>
            <a:r>
              <a:rPr lang="en-US" sz="1700" b="0" dirty="0">
                <a:solidFill>
                  <a:srgbClr val="000000"/>
                </a:solidFill>
                <a:latin typeface="Consolas"/>
              </a:rPr>
              <a:t>);</a:t>
            </a:r>
            <a:endParaRPr lang="en-US" sz="1700" b="0" dirty="0" smtClean="0">
              <a:solidFill>
                <a:srgbClr val="000000"/>
              </a:solidFill>
              <a:latin typeface="Consolas"/>
            </a:endParaRPr>
          </a:p>
        </p:txBody>
      </p:sp>
    </p:spTree>
    <p:extLst>
      <p:ext uri="{BB962C8B-B14F-4D97-AF65-F5344CB8AC3E}">
        <p14:creationId xmlns:p14="http://schemas.microsoft.com/office/powerpoint/2010/main" val="963335993"/>
      </p:ext>
    </p:extLst>
  </p:cSld>
  <p:clrMapOvr>
    <a:masterClrMapping/>
  </p:clrMapOvr>
  <p:transition spd="med"/>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0" dirty="0" smtClean="0"/>
              <a:t>Streaming API – </a:t>
            </a:r>
            <a:r>
              <a:rPr lang="bg-BG" sz="3200" b="0" dirty="0" smtClean="0"/>
              <a:t>четене на </a:t>
            </a:r>
            <a:r>
              <a:rPr lang="en-US" sz="3200" b="0" dirty="0" smtClean="0"/>
              <a:t>JSON</a:t>
            </a:r>
            <a:endParaRPr lang="en-US" sz="3200" dirty="0"/>
          </a:p>
        </p:txBody>
      </p:sp>
      <p:sp>
        <p:nvSpPr>
          <p:cNvPr id="5" name="Text Placeholder 2"/>
          <p:cNvSpPr>
            <a:spLocks noGrp="1"/>
          </p:cNvSpPr>
          <p:nvPr>
            <p:ph type="body" sz="quarter" idx="10"/>
          </p:nvPr>
        </p:nvSpPr>
        <p:spPr>
          <a:xfrm>
            <a:off x="331434" y="1184852"/>
            <a:ext cx="8494713" cy="4785348"/>
          </a:xfrm>
        </p:spPr>
        <p:txBody>
          <a:bodyPr/>
          <a:lstStyle/>
          <a:p>
            <a:pPr>
              <a:spcBef>
                <a:spcPts val="0"/>
              </a:spcBef>
            </a:pPr>
            <a:r>
              <a:rPr lang="en-US" sz="1600" b="0" dirty="0" err="1" smtClean="0">
                <a:solidFill>
                  <a:srgbClr val="000000"/>
                </a:solidFill>
                <a:latin typeface="Consolas"/>
              </a:rPr>
              <a:t>javax.json.stream.JsonParser</a:t>
            </a:r>
            <a:r>
              <a:rPr lang="en-US" sz="1600" b="0" dirty="0" smtClean="0">
                <a:solidFill>
                  <a:srgbClr val="000000"/>
                </a:solidFill>
                <a:latin typeface="Consolas"/>
              </a:rPr>
              <a:t> </a:t>
            </a:r>
            <a:r>
              <a:rPr lang="en-US" sz="1600" b="0" dirty="0">
                <a:solidFill>
                  <a:srgbClr val="000000"/>
                </a:solidFill>
                <a:latin typeface="Consolas"/>
              </a:rPr>
              <a:t>parser = </a:t>
            </a:r>
            <a:endParaRPr lang="en-US" sz="1600" b="0" dirty="0" smtClean="0">
              <a:solidFill>
                <a:srgbClr val="000000"/>
              </a:solidFill>
              <a:latin typeface="Consolas"/>
            </a:endParaRPr>
          </a:p>
          <a:p>
            <a:pPr>
              <a:spcBef>
                <a:spcPts val="0"/>
              </a:spcBef>
            </a:pPr>
            <a:r>
              <a:rPr lang="en-US" sz="1600" b="0" dirty="0">
                <a:solidFill>
                  <a:srgbClr val="000000"/>
                </a:solidFill>
                <a:latin typeface="Consolas"/>
              </a:rPr>
              <a:t> </a:t>
            </a:r>
            <a:r>
              <a:rPr lang="en-US" sz="1600" b="0" dirty="0" smtClean="0">
                <a:solidFill>
                  <a:srgbClr val="000000"/>
                </a:solidFill>
                <a:latin typeface="Consolas"/>
              </a:rPr>
              <a:t>      </a:t>
            </a:r>
            <a:r>
              <a:rPr lang="en-US" sz="1600" b="0" dirty="0" err="1" smtClean="0">
                <a:solidFill>
                  <a:srgbClr val="000000"/>
                </a:solidFill>
                <a:latin typeface="Consolas"/>
              </a:rPr>
              <a:t>Json.createParser</a:t>
            </a:r>
            <a:r>
              <a:rPr lang="en-US" sz="1600" b="0" dirty="0" smtClean="0">
                <a:solidFill>
                  <a:srgbClr val="000000"/>
                </a:solidFill>
                <a:latin typeface="Consolas"/>
              </a:rPr>
              <a:t>(</a:t>
            </a:r>
            <a:r>
              <a:rPr lang="en-US" sz="1600" dirty="0" smtClean="0">
                <a:solidFill>
                  <a:srgbClr val="7F0055"/>
                </a:solidFill>
                <a:latin typeface="Consolas"/>
              </a:rPr>
              <a:t>new</a:t>
            </a:r>
            <a:r>
              <a:rPr lang="en-US" sz="1600" b="0" dirty="0" smtClean="0">
                <a:solidFill>
                  <a:srgbClr val="000000"/>
                </a:solidFill>
                <a:latin typeface="Consolas"/>
              </a:rPr>
              <a:t> </a:t>
            </a:r>
            <a:r>
              <a:rPr lang="en-US" sz="1600" b="0" dirty="0" err="1">
                <a:solidFill>
                  <a:srgbClr val="000000"/>
                </a:solidFill>
                <a:latin typeface="Consolas"/>
              </a:rPr>
              <a:t>StringReader</a:t>
            </a:r>
            <a:r>
              <a:rPr lang="en-US" sz="1600" b="0" dirty="0">
                <a:solidFill>
                  <a:srgbClr val="000000"/>
                </a:solidFill>
                <a:latin typeface="Consolas"/>
              </a:rPr>
              <a:t>(</a:t>
            </a:r>
            <a:r>
              <a:rPr lang="en-US" sz="1600" b="0" dirty="0" err="1">
                <a:solidFill>
                  <a:srgbClr val="000000"/>
                </a:solidFill>
                <a:latin typeface="Consolas"/>
              </a:rPr>
              <a:t>jsonData</a:t>
            </a:r>
            <a:r>
              <a:rPr lang="en-US" sz="1600" b="0" dirty="0" smtClean="0">
                <a:solidFill>
                  <a:srgbClr val="000000"/>
                </a:solidFill>
                <a:latin typeface="Consolas"/>
              </a:rPr>
              <a:t>));</a:t>
            </a:r>
          </a:p>
          <a:p>
            <a:pPr>
              <a:spcBef>
                <a:spcPts val="0"/>
              </a:spcBef>
            </a:pPr>
            <a:r>
              <a:rPr lang="en-US" sz="1600" dirty="0">
                <a:solidFill>
                  <a:srgbClr val="7F0055"/>
                </a:solidFill>
                <a:latin typeface="Consolas"/>
              </a:rPr>
              <a:t>while</a:t>
            </a:r>
            <a:r>
              <a:rPr lang="en-US" sz="1600" b="0" dirty="0">
                <a:solidFill>
                  <a:srgbClr val="000000"/>
                </a:solidFill>
                <a:latin typeface="Consolas"/>
              </a:rPr>
              <a:t> (</a:t>
            </a:r>
            <a:r>
              <a:rPr lang="en-US" sz="1600" b="0" dirty="0" err="1">
                <a:solidFill>
                  <a:srgbClr val="000000"/>
                </a:solidFill>
                <a:latin typeface="Consolas"/>
              </a:rPr>
              <a:t>parser.hasNext</a:t>
            </a:r>
            <a:r>
              <a:rPr lang="en-US" sz="1600" b="0" dirty="0">
                <a:solidFill>
                  <a:srgbClr val="000000"/>
                </a:solidFill>
                <a:latin typeface="Consolas"/>
              </a:rPr>
              <a:t>()) {</a:t>
            </a:r>
          </a:p>
          <a:p>
            <a:pPr>
              <a:spcBef>
                <a:spcPts val="0"/>
              </a:spcBef>
            </a:pPr>
            <a:r>
              <a:rPr lang="en-US" sz="1600" b="0" dirty="0">
                <a:solidFill>
                  <a:srgbClr val="000000"/>
                </a:solidFill>
                <a:latin typeface="Consolas"/>
              </a:rPr>
              <a:t>   </a:t>
            </a:r>
            <a:r>
              <a:rPr lang="en-US" sz="1600" b="0" dirty="0" err="1">
                <a:solidFill>
                  <a:srgbClr val="000000"/>
                </a:solidFill>
                <a:latin typeface="Consolas"/>
              </a:rPr>
              <a:t>JsonParser.Event</a:t>
            </a:r>
            <a:r>
              <a:rPr lang="en-US" sz="1600" b="0" dirty="0">
                <a:solidFill>
                  <a:srgbClr val="000000"/>
                </a:solidFill>
                <a:latin typeface="Consolas"/>
              </a:rPr>
              <a:t> event = </a:t>
            </a:r>
            <a:r>
              <a:rPr lang="en-US" sz="1600" b="0" dirty="0" err="1">
                <a:solidFill>
                  <a:srgbClr val="000000"/>
                </a:solidFill>
                <a:latin typeface="Consolas"/>
              </a:rPr>
              <a:t>parser.next</a:t>
            </a:r>
            <a:r>
              <a:rPr lang="en-US" sz="1600" b="0" dirty="0">
                <a:solidFill>
                  <a:srgbClr val="000000"/>
                </a:solidFill>
                <a:latin typeface="Consolas"/>
              </a:rPr>
              <a:t>();</a:t>
            </a:r>
          </a:p>
          <a:p>
            <a:pPr>
              <a:spcBef>
                <a:spcPts val="0"/>
              </a:spcBef>
            </a:pPr>
            <a:r>
              <a:rPr lang="en-US" sz="1600" b="0" dirty="0">
                <a:solidFill>
                  <a:srgbClr val="000000"/>
                </a:solidFill>
                <a:latin typeface="Consolas"/>
              </a:rPr>
              <a:t>   </a:t>
            </a:r>
            <a:r>
              <a:rPr lang="en-US" sz="1600" dirty="0">
                <a:solidFill>
                  <a:srgbClr val="7F0055"/>
                </a:solidFill>
                <a:latin typeface="Consolas"/>
              </a:rPr>
              <a:t>switch</a:t>
            </a:r>
            <a:r>
              <a:rPr lang="en-US" sz="1600" b="0" dirty="0">
                <a:solidFill>
                  <a:srgbClr val="000000"/>
                </a:solidFill>
                <a:latin typeface="Consolas"/>
              </a:rPr>
              <a:t>(event) {</a:t>
            </a:r>
          </a:p>
          <a:p>
            <a:pPr>
              <a:spcBef>
                <a:spcPts val="0"/>
              </a:spcBef>
            </a:pPr>
            <a:r>
              <a:rPr lang="en-US" sz="1600" b="0" dirty="0">
                <a:solidFill>
                  <a:srgbClr val="000000"/>
                </a:solidFill>
                <a:latin typeface="Consolas"/>
              </a:rPr>
              <a:t>      </a:t>
            </a:r>
            <a:r>
              <a:rPr lang="en-US" sz="1600" dirty="0">
                <a:solidFill>
                  <a:srgbClr val="7F0055"/>
                </a:solidFill>
                <a:latin typeface="Consolas"/>
              </a:rPr>
              <a:t>case</a:t>
            </a:r>
            <a:r>
              <a:rPr lang="en-US" sz="1600" b="0" dirty="0">
                <a:solidFill>
                  <a:srgbClr val="000000"/>
                </a:solidFill>
                <a:latin typeface="Consolas"/>
              </a:rPr>
              <a:t> START_ARRAY:</a:t>
            </a:r>
          </a:p>
          <a:p>
            <a:pPr>
              <a:spcBef>
                <a:spcPts val="0"/>
              </a:spcBef>
            </a:pPr>
            <a:r>
              <a:rPr lang="en-US" sz="1600" b="0" dirty="0">
                <a:solidFill>
                  <a:srgbClr val="000000"/>
                </a:solidFill>
                <a:latin typeface="Consolas"/>
              </a:rPr>
              <a:t>      </a:t>
            </a:r>
            <a:r>
              <a:rPr lang="en-US" sz="1600" dirty="0">
                <a:solidFill>
                  <a:srgbClr val="7F0055"/>
                </a:solidFill>
                <a:latin typeface="Consolas"/>
              </a:rPr>
              <a:t>case</a:t>
            </a:r>
            <a:r>
              <a:rPr lang="en-US" sz="1600" b="0" dirty="0">
                <a:solidFill>
                  <a:srgbClr val="000000"/>
                </a:solidFill>
                <a:latin typeface="Consolas"/>
              </a:rPr>
              <a:t> END_ARRAY:</a:t>
            </a:r>
          </a:p>
          <a:p>
            <a:pPr>
              <a:spcBef>
                <a:spcPts val="0"/>
              </a:spcBef>
            </a:pPr>
            <a:r>
              <a:rPr lang="en-US" sz="1600" b="0" dirty="0">
                <a:solidFill>
                  <a:srgbClr val="000000"/>
                </a:solidFill>
                <a:latin typeface="Consolas"/>
              </a:rPr>
              <a:t>      </a:t>
            </a:r>
            <a:r>
              <a:rPr lang="en-US" sz="1600" dirty="0">
                <a:solidFill>
                  <a:srgbClr val="7F0055"/>
                </a:solidFill>
                <a:latin typeface="Consolas"/>
              </a:rPr>
              <a:t>case</a:t>
            </a:r>
            <a:r>
              <a:rPr lang="en-US" sz="1600" b="0" dirty="0">
                <a:solidFill>
                  <a:srgbClr val="000000"/>
                </a:solidFill>
                <a:latin typeface="Consolas"/>
              </a:rPr>
              <a:t> START_OBJECT:</a:t>
            </a:r>
          </a:p>
          <a:p>
            <a:pPr>
              <a:spcBef>
                <a:spcPts val="0"/>
              </a:spcBef>
            </a:pPr>
            <a:r>
              <a:rPr lang="en-US" sz="1600" b="0" dirty="0">
                <a:solidFill>
                  <a:srgbClr val="000000"/>
                </a:solidFill>
                <a:latin typeface="Consolas"/>
              </a:rPr>
              <a:t>      </a:t>
            </a:r>
            <a:r>
              <a:rPr lang="en-US" sz="1600" dirty="0">
                <a:solidFill>
                  <a:srgbClr val="7F0055"/>
                </a:solidFill>
                <a:latin typeface="Consolas"/>
              </a:rPr>
              <a:t>case</a:t>
            </a:r>
            <a:r>
              <a:rPr lang="en-US" sz="1600" b="0" dirty="0">
                <a:solidFill>
                  <a:srgbClr val="000000"/>
                </a:solidFill>
                <a:latin typeface="Consolas"/>
              </a:rPr>
              <a:t> END_OBJECT:</a:t>
            </a:r>
          </a:p>
          <a:p>
            <a:pPr>
              <a:spcBef>
                <a:spcPts val="0"/>
              </a:spcBef>
            </a:pPr>
            <a:r>
              <a:rPr lang="en-US" sz="1600" b="0" dirty="0">
                <a:solidFill>
                  <a:srgbClr val="000000"/>
                </a:solidFill>
                <a:latin typeface="Consolas"/>
              </a:rPr>
              <a:t>      </a:t>
            </a:r>
            <a:r>
              <a:rPr lang="en-US" sz="1600" dirty="0">
                <a:solidFill>
                  <a:srgbClr val="7F0055"/>
                </a:solidFill>
                <a:latin typeface="Consolas"/>
              </a:rPr>
              <a:t>case</a:t>
            </a:r>
            <a:r>
              <a:rPr lang="en-US" sz="1600" b="0" dirty="0">
                <a:solidFill>
                  <a:srgbClr val="000000"/>
                </a:solidFill>
                <a:latin typeface="Consolas"/>
              </a:rPr>
              <a:t> VALUE_FALSE:</a:t>
            </a:r>
          </a:p>
          <a:p>
            <a:pPr>
              <a:spcBef>
                <a:spcPts val="0"/>
              </a:spcBef>
            </a:pPr>
            <a:r>
              <a:rPr lang="en-US" sz="1600" b="0" dirty="0">
                <a:solidFill>
                  <a:srgbClr val="000000"/>
                </a:solidFill>
                <a:latin typeface="Consolas"/>
              </a:rPr>
              <a:t>      </a:t>
            </a:r>
            <a:r>
              <a:rPr lang="en-US" sz="1600" dirty="0">
                <a:solidFill>
                  <a:srgbClr val="7F0055"/>
                </a:solidFill>
                <a:latin typeface="Consolas"/>
              </a:rPr>
              <a:t>case</a:t>
            </a:r>
            <a:r>
              <a:rPr lang="en-US" sz="1600" b="0" dirty="0">
                <a:solidFill>
                  <a:srgbClr val="000000"/>
                </a:solidFill>
                <a:latin typeface="Consolas"/>
              </a:rPr>
              <a:t> VALUE_NULL:</a:t>
            </a:r>
          </a:p>
          <a:p>
            <a:pPr>
              <a:spcBef>
                <a:spcPts val="0"/>
              </a:spcBef>
            </a:pPr>
            <a:r>
              <a:rPr lang="en-US" sz="1600" b="0" dirty="0">
                <a:solidFill>
                  <a:srgbClr val="000000"/>
                </a:solidFill>
                <a:latin typeface="Consolas"/>
              </a:rPr>
              <a:t>      </a:t>
            </a:r>
            <a:r>
              <a:rPr lang="en-US" sz="1600" dirty="0">
                <a:solidFill>
                  <a:srgbClr val="7F0055"/>
                </a:solidFill>
                <a:latin typeface="Consolas"/>
              </a:rPr>
              <a:t>case</a:t>
            </a:r>
            <a:r>
              <a:rPr lang="en-US" sz="1600" b="0" dirty="0">
                <a:solidFill>
                  <a:srgbClr val="000000"/>
                </a:solidFill>
                <a:latin typeface="Consolas"/>
              </a:rPr>
              <a:t> VALUE_TRUE:</a:t>
            </a:r>
          </a:p>
          <a:p>
            <a:pPr>
              <a:spcBef>
                <a:spcPts val="0"/>
              </a:spcBef>
            </a:pPr>
            <a:r>
              <a:rPr lang="en-US" sz="1600" b="0" dirty="0">
                <a:solidFill>
                  <a:srgbClr val="000000"/>
                </a:solidFill>
                <a:latin typeface="Consolas"/>
              </a:rPr>
              <a:t>         </a:t>
            </a:r>
            <a:r>
              <a:rPr lang="en-US" sz="1600" b="0" dirty="0" err="1">
                <a:solidFill>
                  <a:srgbClr val="000000"/>
                </a:solidFill>
                <a:latin typeface="Consolas"/>
              </a:rPr>
              <a:t>System.</a:t>
            </a:r>
            <a:r>
              <a:rPr lang="en-US" sz="1600" b="0" i="1" dirty="0" err="1">
                <a:solidFill>
                  <a:srgbClr val="000000"/>
                </a:solidFill>
                <a:latin typeface="Consolas"/>
              </a:rPr>
              <a:t>out</a:t>
            </a:r>
            <a:r>
              <a:rPr lang="en-US" sz="1600" b="0" dirty="0" err="1">
                <a:solidFill>
                  <a:srgbClr val="000000"/>
                </a:solidFill>
                <a:latin typeface="Consolas"/>
              </a:rPr>
              <a:t>.println</a:t>
            </a:r>
            <a:r>
              <a:rPr lang="en-US" sz="1600" b="0" dirty="0">
                <a:solidFill>
                  <a:srgbClr val="000000"/>
                </a:solidFill>
                <a:latin typeface="Consolas"/>
              </a:rPr>
              <a:t>(</a:t>
            </a:r>
            <a:r>
              <a:rPr lang="en-US" sz="1600" b="0" dirty="0" err="1">
                <a:solidFill>
                  <a:srgbClr val="000000"/>
                </a:solidFill>
                <a:latin typeface="Consolas"/>
              </a:rPr>
              <a:t>event.toString</a:t>
            </a:r>
            <a:r>
              <a:rPr lang="en-US" sz="1600" b="0" dirty="0">
                <a:solidFill>
                  <a:srgbClr val="000000"/>
                </a:solidFill>
                <a:latin typeface="Consolas"/>
              </a:rPr>
              <a:t>());</a:t>
            </a:r>
          </a:p>
          <a:p>
            <a:pPr>
              <a:spcBef>
                <a:spcPts val="0"/>
              </a:spcBef>
            </a:pPr>
            <a:r>
              <a:rPr lang="en-US" sz="1600" b="0" dirty="0">
                <a:solidFill>
                  <a:srgbClr val="000000"/>
                </a:solidFill>
                <a:latin typeface="Consolas"/>
              </a:rPr>
              <a:t>         break;</a:t>
            </a:r>
          </a:p>
          <a:p>
            <a:pPr>
              <a:spcBef>
                <a:spcPts val="0"/>
              </a:spcBef>
            </a:pPr>
            <a:r>
              <a:rPr lang="en-US" sz="1600" b="0" dirty="0">
                <a:solidFill>
                  <a:srgbClr val="000000"/>
                </a:solidFill>
                <a:latin typeface="Consolas"/>
              </a:rPr>
              <a:t>      </a:t>
            </a:r>
            <a:r>
              <a:rPr lang="en-US" sz="1600" dirty="0">
                <a:solidFill>
                  <a:srgbClr val="7F0055"/>
                </a:solidFill>
                <a:latin typeface="Consolas"/>
              </a:rPr>
              <a:t>case</a:t>
            </a:r>
            <a:r>
              <a:rPr lang="en-US" sz="1600" b="0" dirty="0">
                <a:solidFill>
                  <a:srgbClr val="000000"/>
                </a:solidFill>
                <a:latin typeface="Consolas"/>
              </a:rPr>
              <a:t> KEY_NAME:</a:t>
            </a:r>
          </a:p>
          <a:p>
            <a:pPr>
              <a:spcBef>
                <a:spcPts val="0"/>
              </a:spcBef>
            </a:pPr>
            <a:r>
              <a:rPr lang="en-US" sz="1600" b="0" dirty="0">
                <a:solidFill>
                  <a:srgbClr val="000000"/>
                </a:solidFill>
                <a:latin typeface="Consolas"/>
              </a:rPr>
              <a:t>         </a:t>
            </a:r>
            <a:r>
              <a:rPr lang="en-US" sz="1600" b="0" dirty="0" err="1">
                <a:solidFill>
                  <a:srgbClr val="000000"/>
                </a:solidFill>
                <a:latin typeface="Consolas"/>
              </a:rPr>
              <a:t>System.</a:t>
            </a:r>
            <a:r>
              <a:rPr lang="en-US" sz="1600" b="0" i="1" dirty="0" err="1">
                <a:solidFill>
                  <a:srgbClr val="000000"/>
                </a:solidFill>
                <a:latin typeface="Consolas"/>
              </a:rPr>
              <a:t>out</a:t>
            </a:r>
            <a:r>
              <a:rPr lang="en-US" sz="1600" b="0" dirty="0" err="1">
                <a:solidFill>
                  <a:srgbClr val="000000"/>
                </a:solidFill>
                <a:latin typeface="Consolas"/>
              </a:rPr>
              <a:t>.print</a:t>
            </a:r>
            <a:r>
              <a:rPr lang="en-US" sz="1600" b="0" dirty="0">
                <a:solidFill>
                  <a:srgbClr val="000000"/>
                </a:solidFill>
                <a:latin typeface="Consolas"/>
              </a:rPr>
              <a:t>(</a:t>
            </a:r>
            <a:r>
              <a:rPr lang="en-US" sz="1600" b="0" dirty="0" err="1">
                <a:solidFill>
                  <a:srgbClr val="000000"/>
                </a:solidFill>
                <a:latin typeface="Consolas"/>
              </a:rPr>
              <a:t>event.toString</a:t>
            </a:r>
            <a:r>
              <a:rPr lang="en-US" sz="1600" b="0" dirty="0">
                <a:solidFill>
                  <a:srgbClr val="000000"/>
                </a:solidFill>
                <a:latin typeface="Consolas"/>
              </a:rPr>
              <a:t>() + </a:t>
            </a:r>
            <a:r>
              <a:rPr lang="en-US" sz="1600" b="0" dirty="0">
                <a:solidFill>
                  <a:srgbClr val="2A00FF"/>
                </a:solidFill>
                <a:latin typeface="Consolas"/>
              </a:rPr>
              <a:t>" "</a:t>
            </a:r>
            <a:r>
              <a:rPr lang="en-US" sz="1600" b="0" dirty="0">
                <a:solidFill>
                  <a:srgbClr val="000000"/>
                </a:solidFill>
                <a:latin typeface="Consolas"/>
              </a:rPr>
              <a:t> +</a:t>
            </a:r>
          </a:p>
          <a:p>
            <a:pPr>
              <a:spcBef>
                <a:spcPts val="0"/>
              </a:spcBef>
            </a:pPr>
            <a:r>
              <a:rPr lang="en-US" sz="1600" b="0" dirty="0">
                <a:solidFill>
                  <a:srgbClr val="000000"/>
                </a:solidFill>
                <a:latin typeface="Consolas"/>
              </a:rPr>
              <a:t>                          </a:t>
            </a:r>
            <a:r>
              <a:rPr lang="en-US" sz="1600" b="0" dirty="0" err="1">
                <a:solidFill>
                  <a:srgbClr val="000000"/>
                </a:solidFill>
                <a:latin typeface="Consolas"/>
              </a:rPr>
              <a:t>parser.getString</a:t>
            </a:r>
            <a:r>
              <a:rPr lang="en-US" sz="1600" b="0" dirty="0">
                <a:solidFill>
                  <a:srgbClr val="000000"/>
                </a:solidFill>
                <a:latin typeface="Consolas"/>
              </a:rPr>
              <a:t>() + " - ");</a:t>
            </a:r>
          </a:p>
          <a:p>
            <a:pPr>
              <a:spcBef>
                <a:spcPts val="0"/>
              </a:spcBef>
            </a:pPr>
            <a:r>
              <a:rPr lang="en-US" sz="1600" b="0" dirty="0">
                <a:solidFill>
                  <a:srgbClr val="000000"/>
                </a:solidFill>
                <a:latin typeface="Consolas"/>
              </a:rPr>
              <a:t>         </a:t>
            </a:r>
            <a:r>
              <a:rPr lang="en-US" sz="1600" dirty="0">
                <a:solidFill>
                  <a:srgbClr val="7F0055"/>
                </a:solidFill>
                <a:latin typeface="Consolas"/>
              </a:rPr>
              <a:t>break</a:t>
            </a:r>
            <a:r>
              <a:rPr lang="en-US" sz="1600" b="0" dirty="0">
                <a:solidFill>
                  <a:srgbClr val="000000"/>
                </a:solidFill>
                <a:latin typeface="Consolas"/>
              </a:rPr>
              <a:t>;</a:t>
            </a:r>
          </a:p>
          <a:p>
            <a:pPr>
              <a:spcBef>
                <a:spcPts val="0"/>
              </a:spcBef>
            </a:pPr>
            <a:r>
              <a:rPr lang="en-US" sz="1600" b="0" dirty="0">
                <a:solidFill>
                  <a:srgbClr val="000000"/>
                </a:solidFill>
                <a:latin typeface="Consolas"/>
              </a:rPr>
              <a:t>      </a:t>
            </a:r>
            <a:r>
              <a:rPr lang="en-US" sz="1600" dirty="0">
                <a:solidFill>
                  <a:srgbClr val="7F0055"/>
                </a:solidFill>
                <a:latin typeface="Consolas"/>
              </a:rPr>
              <a:t>case</a:t>
            </a:r>
            <a:r>
              <a:rPr lang="en-US" sz="1600" b="0" dirty="0">
                <a:solidFill>
                  <a:srgbClr val="000000"/>
                </a:solidFill>
                <a:latin typeface="Consolas"/>
              </a:rPr>
              <a:t> VALUE_STRING:</a:t>
            </a:r>
          </a:p>
          <a:p>
            <a:pPr>
              <a:spcBef>
                <a:spcPts val="0"/>
              </a:spcBef>
            </a:pPr>
            <a:r>
              <a:rPr lang="en-US" sz="1600" b="0" dirty="0">
                <a:solidFill>
                  <a:srgbClr val="000000"/>
                </a:solidFill>
                <a:latin typeface="Consolas"/>
              </a:rPr>
              <a:t>      </a:t>
            </a:r>
            <a:r>
              <a:rPr lang="en-US" sz="1600" dirty="0">
                <a:solidFill>
                  <a:srgbClr val="7F0055"/>
                </a:solidFill>
                <a:latin typeface="Consolas"/>
              </a:rPr>
              <a:t>case</a:t>
            </a:r>
            <a:r>
              <a:rPr lang="en-US" sz="1600" b="0" dirty="0">
                <a:solidFill>
                  <a:srgbClr val="000000"/>
                </a:solidFill>
                <a:latin typeface="Consolas"/>
              </a:rPr>
              <a:t> VALUE_NUMBER:</a:t>
            </a:r>
          </a:p>
          <a:p>
            <a:pPr>
              <a:spcBef>
                <a:spcPts val="0"/>
              </a:spcBef>
            </a:pPr>
            <a:r>
              <a:rPr lang="en-US" sz="1600" b="0" dirty="0">
                <a:solidFill>
                  <a:srgbClr val="000000"/>
                </a:solidFill>
                <a:latin typeface="Consolas"/>
              </a:rPr>
              <a:t>         </a:t>
            </a:r>
            <a:r>
              <a:rPr lang="en-US" sz="1600" b="0" dirty="0" err="1">
                <a:solidFill>
                  <a:srgbClr val="000000"/>
                </a:solidFill>
                <a:latin typeface="Consolas"/>
              </a:rPr>
              <a:t>System.</a:t>
            </a:r>
            <a:r>
              <a:rPr lang="en-US" sz="1600" b="0" i="1" dirty="0" err="1">
                <a:solidFill>
                  <a:srgbClr val="000000"/>
                </a:solidFill>
                <a:latin typeface="Consolas"/>
              </a:rPr>
              <a:t>out</a:t>
            </a:r>
            <a:r>
              <a:rPr lang="en-US" sz="1600" b="0" dirty="0" err="1">
                <a:solidFill>
                  <a:srgbClr val="000000"/>
                </a:solidFill>
                <a:latin typeface="Consolas"/>
              </a:rPr>
              <a:t>.println</a:t>
            </a:r>
            <a:r>
              <a:rPr lang="en-US" sz="1600" b="0" dirty="0">
                <a:solidFill>
                  <a:srgbClr val="000000"/>
                </a:solidFill>
                <a:latin typeface="Consolas"/>
              </a:rPr>
              <a:t>(</a:t>
            </a:r>
            <a:r>
              <a:rPr lang="en-US" sz="1600" b="0" dirty="0" err="1">
                <a:solidFill>
                  <a:srgbClr val="000000"/>
                </a:solidFill>
                <a:latin typeface="Consolas"/>
              </a:rPr>
              <a:t>event.toString</a:t>
            </a:r>
            <a:r>
              <a:rPr lang="en-US" sz="1600" b="0" dirty="0">
                <a:solidFill>
                  <a:srgbClr val="000000"/>
                </a:solidFill>
                <a:latin typeface="Consolas"/>
              </a:rPr>
              <a:t>() + " " +</a:t>
            </a:r>
          </a:p>
          <a:p>
            <a:pPr>
              <a:spcBef>
                <a:spcPts val="0"/>
              </a:spcBef>
            </a:pPr>
            <a:r>
              <a:rPr lang="en-US" sz="1600" b="0" dirty="0">
                <a:solidFill>
                  <a:srgbClr val="000000"/>
                </a:solidFill>
                <a:latin typeface="Consolas"/>
              </a:rPr>
              <a:t>                            </a:t>
            </a:r>
            <a:r>
              <a:rPr lang="en-US" sz="1600" b="0" dirty="0" err="1">
                <a:solidFill>
                  <a:srgbClr val="000000"/>
                </a:solidFill>
                <a:latin typeface="Consolas"/>
              </a:rPr>
              <a:t>parser.getString</a:t>
            </a:r>
            <a:r>
              <a:rPr lang="en-US" sz="1600" b="0" dirty="0" smtClean="0">
                <a:solidFill>
                  <a:srgbClr val="000000"/>
                </a:solidFill>
                <a:latin typeface="Consolas"/>
              </a:rPr>
              <a:t>());    </a:t>
            </a:r>
            <a:r>
              <a:rPr lang="en-US" sz="1600" dirty="0">
                <a:solidFill>
                  <a:srgbClr val="7F0055"/>
                </a:solidFill>
                <a:latin typeface="Consolas"/>
              </a:rPr>
              <a:t>brea</a:t>
            </a:r>
            <a:r>
              <a:rPr lang="en-US" sz="1600" dirty="0" smtClean="0">
                <a:solidFill>
                  <a:srgbClr val="7F0055"/>
                </a:solidFill>
                <a:latin typeface="Consolas"/>
              </a:rPr>
              <a:t>k</a:t>
            </a:r>
            <a:r>
              <a:rPr lang="en-US" sz="1600" b="0" dirty="0" smtClean="0">
                <a:solidFill>
                  <a:srgbClr val="000000"/>
                </a:solidFill>
                <a:latin typeface="Consolas"/>
              </a:rPr>
              <a:t>; }}</a:t>
            </a:r>
          </a:p>
        </p:txBody>
      </p:sp>
    </p:spTree>
    <p:extLst>
      <p:ext uri="{BB962C8B-B14F-4D97-AF65-F5344CB8AC3E}">
        <p14:creationId xmlns:p14="http://schemas.microsoft.com/office/powerpoint/2010/main" val="1278310670"/>
      </p:ext>
    </p:extLst>
  </p:cSld>
  <p:clrMapOvr>
    <a:masterClrMapping/>
  </p:clrMapOvr>
  <p:transition spd="med"/>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0" dirty="0" smtClean="0"/>
              <a:t>Streaming API – </a:t>
            </a:r>
            <a:r>
              <a:rPr lang="bg-BG" sz="3200" b="0" dirty="0" smtClean="0"/>
              <a:t>записване на </a:t>
            </a:r>
            <a:r>
              <a:rPr lang="en-US" sz="3200" b="0" dirty="0" smtClean="0"/>
              <a:t>JSON</a:t>
            </a:r>
            <a:endParaRPr lang="en-US" sz="3200" dirty="0"/>
          </a:p>
        </p:txBody>
      </p:sp>
      <p:sp>
        <p:nvSpPr>
          <p:cNvPr id="5" name="Text Placeholder 2"/>
          <p:cNvSpPr>
            <a:spLocks noGrp="1"/>
          </p:cNvSpPr>
          <p:nvPr>
            <p:ph type="body" sz="quarter" idx="10"/>
          </p:nvPr>
        </p:nvSpPr>
        <p:spPr>
          <a:xfrm>
            <a:off x="331434" y="1184852"/>
            <a:ext cx="8494713" cy="4785348"/>
          </a:xfrm>
        </p:spPr>
        <p:txBody>
          <a:bodyPr/>
          <a:lstStyle/>
          <a:p>
            <a:pPr>
              <a:spcBef>
                <a:spcPts val="0"/>
              </a:spcBef>
            </a:pPr>
            <a:r>
              <a:rPr lang="en-US" sz="1600" b="0" dirty="0" err="1">
                <a:solidFill>
                  <a:srgbClr val="000000"/>
                </a:solidFill>
                <a:latin typeface="Consolas"/>
              </a:rPr>
              <a:t>FileWriter</a:t>
            </a:r>
            <a:r>
              <a:rPr lang="en-US" sz="1600" b="0" dirty="0">
                <a:solidFill>
                  <a:srgbClr val="000000"/>
                </a:solidFill>
                <a:latin typeface="Consolas"/>
              </a:rPr>
              <a:t> writer = new </a:t>
            </a:r>
            <a:r>
              <a:rPr lang="en-US" sz="1600" b="0" dirty="0" err="1">
                <a:solidFill>
                  <a:srgbClr val="000000"/>
                </a:solidFill>
                <a:latin typeface="Consolas"/>
              </a:rPr>
              <a:t>FileWriter</a:t>
            </a:r>
            <a:r>
              <a:rPr lang="en-US" sz="1600" b="0" dirty="0">
                <a:solidFill>
                  <a:srgbClr val="000000"/>
                </a:solidFill>
                <a:latin typeface="Consolas"/>
              </a:rPr>
              <a:t>("test.txt");</a:t>
            </a:r>
          </a:p>
          <a:p>
            <a:pPr>
              <a:spcBef>
                <a:spcPts val="0"/>
              </a:spcBef>
            </a:pPr>
            <a:r>
              <a:rPr lang="en-US" sz="1600" b="0" dirty="0" err="1">
                <a:solidFill>
                  <a:srgbClr val="000000"/>
                </a:solidFill>
                <a:latin typeface="Consolas"/>
              </a:rPr>
              <a:t>JsonGenerator</a:t>
            </a:r>
            <a:r>
              <a:rPr lang="en-US" sz="1600" b="0" dirty="0">
                <a:solidFill>
                  <a:srgbClr val="000000"/>
                </a:solidFill>
                <a:latin typeface="Consolas"/>
              </a:rPr>
              <a:t> gen = </a:t>
            </a:r>
            <a:r>
              <a:rPr lang="en-US" sz="1600" b="0" dirty="0" err="1">
                <a:solidFill>
                  <a:srgbClr val="000000"/>
                </a:solidFill>
                <a:latin typeface="Consolas"/>
              </a:rPr>
              <a:t>Json.createGenerator</a:t>
            </a:r>
            <a:r>
              <a:rPr lang="en-US" sz="1600" b="0" dirty="0">
                <a:solidFill>
                  <a:srgbClr val="000000"/>
                </a:solidFill>
                <a:latin typeface="Consolas"/>
              </a:rPr>
              <a:t>(writer);</a:t>
            </a:r>
          </a:p>
          <a:p>
            <a:pPr>
              <a:spcBef>
                <a:spcPts val="0"/>
              </a:spcBef>
            </a:pPr>
            <a:r>
              <a:rPr lang="en-US" sz="1600" b="0" dirty="0" err="1">
                <a:solidFill>
                  <a:srgbClr val="000000"/>
                </a:solidFill>
                <a:latin typeface="Consolas"/>
              </a:rPr>
              <a:t>gen.writeStartObject</a:t>
            </a:r>
            <a:r>
              <a:rPr lang="en-US" sz="1600" b="0" dirty="0">
                <a:solidFill>
                  <a:srgbClr val="000000"/>
                </a:solidFill>
                <a:latin typeface="Consolas"/>
              </a:rPr>
              <a:t>()</a:t>
            </a:r>
          </a:p>
          <a:p>
            <a:pPr>
              <a:spcBef>
                <a:spcPts val="0"/>
              </a:spcBef>
            </a:pPr>
            <a:r>
              <a:rPr lang="en-US" sz="1600" b="0" dirty="0">
                <a:solidFill>
                  <a:srgbClr val="000000"/>
                </a:solidFill>
                <a:latin typeface="Consolas"/>
              </a:rPr>
              <a:t>   .write</a:t>
            </a:r>
            <a:r>
              <a:rPr lang="en-US" sz="1600" b="0" dirty="0" smtClean="0">
                <a:solidFill>
                  <a:srgbClr val="000000"/>
                </a:solidFill>
                <a:latin typeface="Consolas"/>
              </a:rPr>
              <a:t>(</a:t>
            </a:r>
            <a:r>
              <a:rPr lang="en-US" sz="1600" b="0" dirty="0">
                <a:solidFill>
                  <a:srgbClr val="2A00FF"/>
                </a:solidFill>
                <a:latin typeface="Consolas"/>
              </a:rPr>
              <a:t>"</a:t>
            </a:r>
            <a:r>
              <a:rPr lang="en-US" sz="1600" b="0" dirty="0" err="1">
                <a:solidFill>
                  <a:srgbClr val="2A00FF"/>
                </a:solidFill>
                <a:latin typeface="Consolas"/>
              </a:rPr>
              <a:t>firstName</a:t>
            </a:r>
            <a:r>
              <a:rPr lang="en-US" sz="1600" b="0" dirty="0">
                <a:solidFill>
                  <a:srgbClr val="2A00FF"/>
                </a:solidFill>
                <a:latin typeface="Consolas"/>
              </a:rPr>
              <a:t>"</a:t>
            </a:r>
            <a:r>
              <a:rPr lang="en-US" sz="1600" b="0" dirty="0" smtClean="0">
                <a:solidFill>
                  <a:srgbClr val="000000"/>
                </a:solidFill>
                <a:latin typeface="Consolas"/>
              </a:rPr>
              <a:t>, </a:t>
            </a:r>
            <a:r>
              <a:rPr lang="en-US" sz="1600" b="0" dirty="0">
                <a:solidFill>
                  <a:srgbClr val="2A00FF"/>
                </a:solidFill>
                <a:latin typeface="Consolas"/>
              </a:rPr>
              <a:t>"Ivan"</a:t>
            </a:r>
            <a:r>
              <a:rPr lang="en-US" sz="1600" b="0" dirty="0" smtClean="0">
                <a:solidFill>
                  <a:srgbClr val="000000"/>
                </a:solidFill>
                <a:latin typeface="Consolas"/>
              </a:rPr>
              <a:t>)</a:t>
            </a:r>
            <a:endParaRPr lang="en-US" sz="1600" b="0" dirty="0">
              <a:solidFill>
                <a:srgbClr val="000000"/>
              </a:solidFill>
              <a:latin typeface="Consolas"/>
            </a:endParaRPr>
          </a:p>
          <a:p>
            <a:pPr>
              <a:spcBef>
                <a:spcPts val="0"/>
              </a:spcBef>
            </a:pPr>
            <a:r>
              <a:rPr lang="en-US" sz="1600" b="0" dirty="0">
                <a:solidFill>
                  <a:srgbClr val="000000"/>
                </a:solidFill>
                <a:latin typeface="Consolas"/>
              </a:rPr>
              <a:t>   .write(</a:t>
            </a:r>
            <a:r>
              <a:rPr lang="en-US" sz="1600" b="0" dirty="0">
                <a:solidFill>
                  <a:srgbClr val="2A00FF"/>
                </a:solidFill>
                <a:latin typeface="Consolas"/>
              </a:rPr>
              <a:t>"</a:t>
            </a:r>
            <a:r>
              <a:rPr lang="en-US" sz="1600" b="0" dirty="0" err="1">
                <a:solidFill>
                  <a:srgbClr val="2A00FF"/>
                </a:solidFill>
                <a:latin typeface="Consolas"/>
              </a:rPr>
              <a:t>lastName</a:t>
            </a:r>
            <a:r>
              <a:rPr lang="en-US" sz="1600" b="0" dirty="0">
                <a:solidFill>
                  <a:srgbClr val="2A00FF"/>
                </a:solidFill>
                <a:latin typeface="Consolas"/>
              </a:rPr>
              <a:t>"</a:t>
            </a:r>
            <a:r>
              <a:rPr lang="en-US" sz="1600" b="0" dirty="0" smtClean="0">
                <a:solidFill>
                  <a:srgbClr val="000000"/>
                </a:solidFill>
                <a:latin typeface="Consolas"/>
              </a:rPr>
              <a:t>, </a:t>
            </a:r>
            <a:r>
              <a:rPr lang="en-US" sz="1600" b="0" dirty="0">
                <a:solidFill>
                  <a:srgbClr val="2A00FF"/>
                </a:solidFill>
                <a:latin typeface="Consolas"/>
              </a:rPr>
              <a:t>"Ivanov"</a:t>
            </a:r>
            <a:r>
              <a:rPr lang="en-US" sz="1600" b="0" dirty="0" smtClean="0">
                <a:solidFill>
                  <a:srgbClr val="000000"/>
                </a:solidFill>
                <a:latin typeface="Consolas"/>
              </a:rPr>
              <a:t>)</a:t>
            </a:r>
            <a:endParaRPr lang="en-US" sz="1600" b="0" dirty="0">
              <a:solidFill>
                <a:srgbClr val="000000"/>
              </a:solidFill>
              <a:latin typeface="Consolas"/>
            </a:endParaRPr>
          </a:p>
          <a:p>
            <a:pPr>
              <a:spcBef>
                <a:spcPts val="0"/>
              </a:spcBef>
            </a:pPr>
            <a:r>
              <a:rPr lang="en-US" sz="1600" b="0" dirty="0">
                <a:solidFill>
                  <a:srgbClr val="000000"/>
                </a:solidFill>
                <a:latin typeface="Consolas"/>
              </a:rPr>
              <a:t>   .</a:t>
            </a:r>
            <a:r>
              <a:rPr lang="en-US" sz="1600" b="0" dirty="0" smtClean="0">
                <a:solidFill>
                  <a:srgbClr val="000000"/>
                </a:solidFill>
                <a:latin typeface="Consolas"/>
              </a:rPr>
              <a:t>write</a:t>
            </a:r>
            <a:r>
              <a:rPr lang="en-US" sz="1600" b="0" dirty="0">
                <a:solidFill>
                  <a:srgbClr val="000000"/>
                </a:solidFill>
                <a:latin typeface="Consolas"/>
              </a:rPr>
              <a:t>(</a:t>
            </a:r>
            <a:r>
              <a:rPr lang="en-US" sz="1600" b="0" dirty="0">
                <a:solidFill>
                  <a:srgbClr val="2A00FF"/>
                </a:solidFill>
                <a:latin typeface="Consolas"/>
              </a:rPr>
              <a:t>"id"</a:t>
            </a:r>
            <a:r>
              <a:rPr lang="en-US" sz="1600" b="0" dirty="0">
                <a:solidFill>
                  <a:srgbClr val="000000"/>
                </a:solidFill>
                <a:latin typeface="Consolas"/>
              </a:rPr>
              <a:t>,</a:t>
            </a:r>
            <a:r>
              <a:rPr lang="en-US" sz="1600" b="0" dirty="0">
                <a:solidFill>
                  <a:srgbClr val="2A00FF"/>
                </a:solidFill>
                <a:latin typeface="Consolas"/>
              </a:rPr>
              <a:t> </a:t>
            </a:r>
            <a:r>
              <a:rPr lang="en-US" sz="1600" b="0" dirty="0" smtClean="0">
                <a:solidFill>
                  <a:srgbClr val="000000"/>
                </a:solidFill>
                <a:latin typeface="Consolas"/>
              </a:rPr>
              <a:t>111)</a:t>
            </a:r>
            <a:endParaRPr lang="en-US" sz="1600" b="0" dirty="0">
              <a:solidFill>
                <a:srgbClr val="000000"/>
              </a:solidFill>
              <a:latin typeface="Consolas"/>
            </a:endParaRPr>
          </a:p>
          <a:p>
            <a:pPr>
              <a:spcBef>
                <a:spcPts val="0"/>
              </a:spcBef>
            </a:pPr>
            <a:r>
              <a:rPr lang="bg-BG" sz="1600" b="0" dirty="0">
                <a:solidFill>
                  <a:srgbClr val="000000"/>
                </a:solidFill>
                <a:latin typeface="Consolas"/>
              </a:rPr>
              <a:t> </a:t>
            </a:r>
            <a:r>
              <a:rPr lang="bg-BG" sz="1600" b="0" dirty="0" smtClean="0">
                <a:solidFill>
                  <a:srgbClr val="000000"/>
                </a:solidFill>
                <a:latin typeface="Consolas"/>
              </a:rPr>
              <a:t>  </a:t>
            </a:r>
            <a:r>
              <a:rPr lang="en-US" sz="1600" b="0" dirty="0" smtClean="0">
                <a:solidFill>
                  <a:srgbClr val="000000"/>
                </a:solidFill>
                <a:latin typeface="Consolas"/>
              </a:rPr>
              <a:t>.</a:t>
            </a:r>
            <a:r>
              <a:rPr lang="en-US" sz="1600" b="0" dirty="0" err="1">
                <a:solidFill>
                  <a:srgbClr val="000000"/>
                </a:solidFill>
                <a:latin typeface="Consolas"/>
              </a:rPr>
              <a:t>writeStartArray</a:t>
            </a:r>
            <a:r>
              <a:rPr lang="en-US" sz="1600" b="0" dirty="0">
                <a:solidFill>
                  <a:srgbClr val="000000"/>
                </a:solidFill>
                <a:latin typeface="Consolas"/>
              </a:rPr>
              <a:t>(</a:t>
            </a:r>
            <a:r>
              <a:rPr lang="en-US" sz="1600" b="0" dirty="0">
                <a:solidFill>
                  <a:srgbClr val="2A00FF"/>
                </a:solidFill>
                <a:latin typeface="Consolas"/>
              </a:rPr>
              <a:t>"</a:t>
            </a:r>
            <a:r>
              <a:rPr lang="en-US" sz="1600" b="0" dirty="0" err="1">
                <a:solidFill>
                  <a:srgbClr val="2A00FF"/>
                </a:solidFill>
                <a:latin typeface="Consolas"/>
              </a:rPr>
              <a:t>phoneNumbers</a:t>
            </a:r>
            <a:r>
              <a:rPr lang="en-US" sz="1600" b="0" dirty="0">
                <a:solidFill>
                  <a:srgbClr val="2A00FF"/>
                </a:solidFill>
                <a:latin typeface="Consolas"/>
              </a:rPr>
              <a:t>"</a:t>
            </a:r>
            <a:r>
              <a:rPr lang="en-US" sz="1600" b="0" dirty="0">
                <a:solidFill>
                  <a:srgbClr val="000000"/>
                </a:solidFill>
                <a:latin typeface="Consolas"/>
              </a:rPr>
              <a:t>)</a:t>
            </a:r>
          </a:p>
          <a:p>
            <a:pPr>
              <a:spcBef>
                <a:spcPts val="0"/>
              </a:spcBef>
            </a:pPr>
            <a:r>
              <a:rPr lang="en-US" sz="1600" b="0" dirty="0">
                <a:solidFill>
                  <a:srgbClr val="000000"/>
                </a:solidFill>
                <a:latin typeface="Consolas"/>
              </a:rPr>
              <a:t>      .</a:t>
            </a:r>
            <a:r>
              <a:rPr lang="en-US" sz="1600" b="0" dirty="0" err="1">
                <a:solidFill>
                  <a:srgbClr val="000000"/>
                </a:solidFill>
                <a:latin typeface="Consolas"/>
              </a:rPr>
              <a:t>writeStartObject</a:t>
            </a:r>
            <a:r>
              <a:rPr lang="en-US" sz="1600" b="0" dirty="0">
                <a:solidFill>
                  <a:srgbClr val="000000"/>
                </a:solidFill>
                <a:latin typeface="Consolas"/>
              </a:rPr>
              <a:t>()</a:t>
            </a:r>
          </a:p>
          <a:p>
            <a:pPr>
              <a:spcBef>
                <a:spcPts val="0"/>
              </a:spcBef>
            </a:pPr>
            <a:r>
              <a:rPr lang="en-US" sz="1600" b="0" dirty="0">
                <a:solidFill>
                  <a:srgbClr val="000000"/>
                </a:solidFill>
                <a:latin typeface="Consolas"/>
              </a:rPr>
              <a:t>         .write(</a:t>
            </a:r>
            <a:r>
              <a:rPr lang="en-US" sz="1600" b="0" dirty="0">
                <a:solidFill>
                  <a:srgbClr val="2A00FF"/>
                </a:solidFill>
                <a:latin typeface="Consolas"/>
              </a:rPr>
              <a:t>"type"</a:t>
            </a:r>
            <a:r>
              <a:rPr lang="en-US" sz="1600" b="0" dirty="0">
                <a:solidFill>
                  <a:srgbClr val="000000"/>
                </a:solidFill>
                <a:latin typeface="Consolas"/>
              </a:rPr>
              <a:t>, </a:t>
            </a:r>
            <a:r>
              <a:rPr lang="en-US" sz="1600" b="0" dirty="0">
                <a:solidFill>
                  <a:srgbClr val="2A00FF"/>
                </a:solidFill>
                <a:latin typeface="Consolas"/>
              </a:rPr>
              <a:t>"mobile"</a:t>
            </a:r>
            <a:r>
              <a:rPr lang="en-US" sz="1600" b="0" dirty="0">
                <a:solidFill>
                  <a:srgbClr val="000000"/>
                </a:solidFill>
                <a:latin typeface="Consolas"/>
              </a:rPr>
              <a:t>)</a:t>
            </a:r>
          </a:p>
          <a:p>
            <a:pPr>
              <a:spcBef>
                <a:spcPts val="0"/>
              </a:spcBef>
            </a:pPr>
            <a:r>
              <a:rPr lang="en-US" sz="1600" b="0" dirty="0">
                <a:solidFill>
                  <a:srgbClr val="000000"/>
                </a:solidFill>
                <a:latin typeface="Consolas"/>
              </a:rPr>
              <a:t>         .write(</a:t>
            </a:r>
            <a:r>
              <a:rPr lang="en-US" sz="1600" b="0" dirty="0">
                <a:solidFill>
                  <a:srgbClr val="2A00FF"/>
                </a:solidFill>
                <a:latin typeface="Consolas"/>
              </a:rPr>
              <a:t>"number"</a:t>
            </a:r>
            <a:r>
              <a:rPr lang="en-US" sz="1600" b="0" dirty="0">
                <a:solidFill>
                  <a:srgbClr val="000000"/>
                </a:solidFill>
                <a:latin typeface="Consolas"/>
              </a:rPr>
              <a:t>, </a:t>
            </a:r>
            <a:r>
              <a:rPr lang="en-US" sz="1600" b="0" dirty="0">
                <a:solidFill>
                  <a:srgbClr val="2A00FF"/>
                </a:solidFill>
                <a:latin typeface="Consolas"/>
              </a:rPr>
              <a:t>"111-111-1111"</a:t>
            </a:r>
            <a:r>
              <a:rPr lang="en-US" sz="1600" b="0" dirty="0" smtClean="0">
                <a:solidFill>
                  <a:srgbClr val="000000"/>
                </a:solidFill>
                <a:latin typeface="Consolas"/>
              </a:rPr>
              <a:t>)</a:t>
            </a:r>
            <a:endParaRPr lang="en-US" sz="1600" b="0" dirty="0">
              <a:solidFill>
                <a:srgbClr val="000000"/>
              </a:solidFill>
              <a:latin typeface="Consolas"/>
            </a:endParaRPr>
          </a:p>
          <a:p>
            <a:pPr>
              <a:spcBef>
                <a:spcPts val="0"/>
              </a:spcBef>
            </a:pPr>
            <a:r>
              <a:rPr lang="en-US" sz="1600" b="0" dirty="0">
                <a:solidFill>
                  <a:srgbClr val="000000"/>
                </a:solidFill>
                <a:latin typeface="Consolas"/>
              </a:rPr>
              <a:t>      .</a:t>
            </a:r>
            <a:r>
              <a:rPr lang="en-US" sz="1600" b="0" dirty="0" err="1">
                <a:solidFill>
                  <a:srgbClr val="000000"/>
                </a:solidFill>
                <a:latin typeface="Consolas"/>
              </a:rPr>
              <a:t>writeEnd</a:t>
            </a:r>
            <a:r>
              <a:rPr lang="en-US" sz="1600" b="0" dirty="0">
                <a:solidFill>
                  <a:srgbClr val="000000"/>
                </a:solidFill>
                <a:latin typeface="Consolas"/>
              </a:rPr>
              <a:t>()</a:t>
            </a:r>
          </a:p>
          <a:p>
            <a:pPr>
              <a:spcBef>
                <a:spcPts val="0"/>
              </a:spcBef>
            </a:pPr>
            <a:r>
              <a:rPr lang="en-US" sz="1600" b="0" dirty="0">
                <a:solidFill>
                  <a:srgbClr val="000000"/>
                </a:solidFill>
                <a:latin typeface="Consolas"/>
              </a:rPr>
              <a:t>      .</a:t>
            </a:r>
            <a:r>
              <a:rPr lang="en-US" sz="1600" b="0" dirty="0" err="1">
                <a:solidFill>
                  <a:srgbClr val="000000"/>
                </a:solidFill>
                <a:latin typeface="Consolas"/>
              </a:rPr>
              <a:t>writeStartObject</a:t>
            </a:r>
            <a:r>
              <a:rPr lang="en-US" sz="1600" b="0" dirty="0">
                <a:solidFill>
                  <a:srgbClr val="000000"/>
                </a:solidFill>
                <a:latin typeface="Consolas"/>
              </a:rPr>
              <a:t>()</a:t>
            </a:r>
          </a:p>
          <a:p>
            <a:pPr>
              <a:spcBef>
                <a:spcPts val="0"/>
              </a:spcBef>
            </a:pPr>
            <a:r>
              <a:rPr lang="en-US" sz="1600" b="0" dirty="0">
                <a:solidFill>
                  <a:srgbClr val="000000"/>
                </a:solidFill>
                <a:latin typeface="Consolas"/>
              </a:rPr>
              <a:t>         .write(</a:t>
            </a:r>
            <a:r>
              <a:rPr lang="en-US" sz="1600" b="0" dirty="0">
                <a:solidFill>
                  <a:srgbClr val="2A00FF"/>
                </a:solidFill>
                <a:latin typeface="Consolas"/>
              </a:rPr>
              <a:t>"type"</a:t>
            </a:r>
            <a:r>
              <a:rPr lang="en-US" sz="1600" b="0" dirty="0">
                <a:solidFill>
                  <a:srgbClr val="000000"/>
                </a:solidFill>
                <a:latin typeface="Consolas"/>
              </a:rPr>
              <a:t>, </a:t>
            </a:r>
            <a:r>
              <a:rPr lang="en-US" sz="1600" b="0" dirty="0">
                <a:solidFill>
                  <a:srgbClr val="2A00FF"/>
                </a:solidFill>
                <a:latin typeface="Consolas"/>
              </a:rPr>
              <a:t>"home"</a:t>
            </a:r>
            <a:r>
              <a:rPr lang="en-US" sz="1600" b="0" dirty="0">
                <a:solidFill>
                  <a:srgbClr val="000000"/>
                </a:solidFill>
                <a:latin typeface="Consolas"/>
              </a:rPr>
              <a:t>)</a:t>
            </a:r>
          </a:p>
          <a:p>
            <a:pPr>
              <a:spcBef>
                <a:spcPts val="0"/>
              </a:spcBef>
            </a:pPr>
            <a:r>
              <a:rPr lang="en-US" sz="1600" b="0" dirty="0">
                <a:solidFill>
                  <a:srgbClr val="000000"/>
                </a:solidFill>
                <a:latin typeface="Consolas"/>
              </a:rPr>
              <a:t>         .</a:t>
            </a:r>
            <a:r>
              <a:rPr lang="en-US" sz="1600" b="0" dirty="0" smtClean="0">
                <a:solidFill>
                  <a:srgbClr val="000000"/>
                </a:solidFill>
                <a:latin typeface="Consolas"/>
              </a:rPr>
              <a:t>write(</a:t>
            </a:r>
            <a:r>
              <a:rPr lang="en-US" sz="1600" b="0" dirty="0">
                <a:solidFill>
                  <a:srgbClr val="2A00FF"/>
                </a:solidFill>
                <a:latin typeface="Consolas"/>
              </a:rPr>
              <a:t>"</a:t>
            </a:r>
            <a:r>
              <a:rPr lang="en-US" sz="1600" b="0" dirty="0" smtClean="0">
                <a:solidFill>
                  <a:srgbClr val="2A00FF"/>
                </a:solidFill>
                <a:latin typeface="Consolas"/>
              </a:rPr>
              <a:t>number"</a:t>
            </a:r>
            <a:r>
              <a:rPr lang="en-US" sz="1600" b="0" dirty="0" smtClean="0">
                <a:solidFill>
                  <a:srgbClr val="000000"/>
                </a:solidFill>
                <a:latin typeface="Consolas"/>
              </a:rPr>
              <a:t>, </a:t>
            </a:r>
            <a:r>
              <a:rPr lang="en-US" sz="1600" b="0" dirty="0">
                <a:solidFill>
                  <a:srgbClr val="2A00FF"/>
                </a:solidFill>
                <a:latin typeface="Consolas"/>
              </a:rPr>
              <a:t>"222-222-2222"</a:t>
            </a:r>
            <a:r>
              <a:rPr lang="en-US" sz="1600" b="0" dirty="0">
                <a:solidFill>
                  <a:srgbClr val="000000"/>
                </a:solidFill>
                <a:latin typeface="Consolas"/>
              </a:rPr>
              <a:t>)</a:t>
            </a:r>
          </a:p>
          <a:p>
            <a:pPr>
              <a:spcBef>
                <a:spcPts val="0"/>
              </a:spcBef>
            </a:pPr>
            <a:r>
              <a:rPr lang="en-US" sz="1600" b="0" dirty="0">
                <a:solidFill>
                  <a:srgbClr val="000000"/>
                </a:solidFill>
                <a:latin typeface="Consolas"/>
              </a:rPr>
              <a:t>      .</a:t>
            </a:r>
            <a:r>
              <a:rPr lang="en-US" sz="1600" b="0" dirty="0" err="1">
                <a:solidFill>
                  <a:srgbClr val="000000"/>
                </a:solidFill>
                <a:latin typeface="Consolas"/>
              </a:rPr>
              <a:t>writeEnd</a:t>
            </a:r>
            <a:r>
              <a:rPr lang="en-US" sz="1600" b="0" dirty="0">
                <a:solidFill>
                  <a:srgbClr val="000000"/>
                </a:solidFill>
                <a:latin typeface="Consolas"/>
              </a:rPr>
              <a:t>()</a:t>
            </a:r>
          </a:p>
          <a:p>
            <a:pPr>
              <a:spcBef>
                <a:spcPts val="0"/>
              </a:spcBef>
            </a:pPr>
            <a:r>
              <a:rPr lang="en-US" sz="1600" b="0" dirty="0">
                <a:solidFill>
                  <a:srgbClr val="000000"/>
                </a:solidFill>
                <a:latin typeface="Consolas"/>
              </a:rPr>
              <a:t>   .</a:t>
            </a:r>
            <a:r>
              <a:rPr lang="en-US" sz="1600" b="0" dirty="0" err="1">
                <a:solidFill>
                  <a:srgbClr val="000000"/>
                </a:solidFill>
                <a:latin typeface="Consolas"/>
              </a:rPr>
              <a:t>writeEnd</a:t>
            </a:r>
            <a:r>
              <a:rPr lang="en-US" sz="1600" b="0" dirty="0">
                <a:solidFill>
                  <a:srgbClr val="000000"/>
                </a:solidFill>
                <a:latin typeface="Consolas"/>
              </a:rPr>
              <a:t>()</a:t>
            </a:r>
          </a:p>
          <a:p>
            <a:pPr>
              <a:spcBef>
                <a:spcPts val="0"/>
              </a:spcBef>
            </a:pPr>
            <a:r>
              <a:rPr lang="en-US" sz="1600" b="0" dirty="0">
                <a:solidFill>
                  <a:srgbClr val="000000"/>
                </a:solidFill>
                <a:latin typeface="Consolas"/>
              </a:rPr>
              <a:t>.</a:t>
            </a:r>
            <a:r>
              <a:rPr lang="en-US" sz="1600" b="0" dirty="0" err="1">
                <a:solidFill>
                  <a:srgbClr val="000000"/>
                </a:solidFill>
                <a:latin typeface="Consolas"/>
              </a:rPr>
              <a:t>writeEnd</a:t>
            </a:r>
            <a:r>
              <a:rPr lang="en-US" sz="1600" b="0" dirty="0">
                <a:solidFill>
                  <a:srgbClr val="000000"/>
                </a:solidFill>
                <a:latin typeface="Consolas"/>
              </a:rPr>
              <a:t>();</a:t>
            </a:r>
          </a:p>
          <a:p>
            <a:pPr>
              <a:spcBef>
                <a:spcPts val="0"/>
              </a:spcBef>
            </a:pPr>
            <a:r>
              <a:rPr lang="en-US" sz="1600" b="0" dirty="0" err="1">
                <a:solidFill>
                  <a:srgbClr val="000000"/>
                </a:solidFill>
                <a:latin typeface="Consolas"/>
              </a:rPr>
              <a:t>gen.close</a:t>
            </a:r>
            <a:r>
              <a:rPr lang="en-US" sz="1600" b="0" dirty="0">
                <a:solidFill>
                  <a:srgbClr val="000000"/>
                </a:solidFill>
                <a:latin typeface="Consolas"/>
              </a:rPr>
              <a:t>();</a:t>
            </a:r>
            <a:endParaRPr lang="en-US" sz="1600" b="0" dirty="0" smtClean="0">
              <a:solidFill>
                <a:srgbClr val="000000"/>
              </a:solidFill>
              <a:latin typeface="Consolas"/>
            </a:endParaRPr>
          </a:p>
        </p:txBody>
      </p:sp>
    </p:spTree>
    <p:extLst>
      <p:ext uri="{BB962C8B-B14F-4D97-AF65-F5344CB8AC3E}">
        <p14:creationId xmlns:p14="http://schemas.microsoft.com/office/powerpoint/2010/main" val="2052328835"/>
      </p:ext>
    </p:extLst>
  </p:cSld>
  <p:clrMapOvr>
    <a:masterClrMapping/>
  </p:clrMapOvr>
  <p:transition spd="med"/>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p:txBody>
          <a:bodyPr/>
          <a:lstStyle/>
          <a:p>
            <a:r>
              <a:rPr lang="bg-BG" dirty="0" smtClean="0"/>
              <a:t>Благодаря за вниманието!</a:t>
            </a:r>
            <a:endParaRPr lang="en-US" dirty="0"/>
          </a:p>
        </p:txBody>
      </p:sp>
      <p:sp>
        <p:nvSpPr>
          <p:cNvPr id="3" name="Text Placeholder 2"/>
          <p:cNvSpPr>
            <a:spLocks noGrp="1"/>
          </p:cNvSpPr>
          <p:nvPr>
            <p:ph type="body" sz="quarter" idx="10"/>
          </p:nvPr>
        </p:nvSpPr>
        <p:spPr>
          <a:xfrm>
            <a:off x="324000" y="4363656"/>
            <a:ext cx="8496300" cy="1718057"/>
          </a:xfrm>
        </p:spPr>
        <p:txBody>
          <a:bodyPr/>
          <a:lstStyle/>
          <a:p>
            <a:r>
              <a:rPr lang="bg-BG" dirty="0" smtClean="0"/>
              <a:t>За контакти</a:t>
            </a:r>
            <a:r>
              <a:rPr lang="en-US" dirty="0" smtClean="0"/>
              <a:t>:</a:t>
            </a:r>
          </a:p>
          <a:p>
            <a:endParaRPr lang="en-US" dirty="0" smtClean="0"/>
          </a:p>
          <a:p>
            <a:r>
              <a:rPr lang="en-US" dirty="0" smtClean="0">
                <a:solidFill>
                  <a:srgbClr val="FF0000"/>
                </a:solidFill>
              </a:rPr>
              <a:t>ivan.ivanov@sap.com</a:t>
            </a:r>
          </a:p>
          <a:p>
            <a:r>
              <a:rPr lang="en-US" dirty="0" smtClean="0">
                <a:solidFill>
                  <a:srgbClr val="FF0000"/>
                </a:solidFill>
              </a:rPr>
              <a:t>k.gavrailov@sap.com</a:t>
            </a:r>
          </a:p>
          <a:p>
            <a:r>
              <a:rPr lang="en-US" dirty="0" smtClean="0"/>
              <a:t>SAP Labs Bulgaria</a:t>
            </a:r>
          </a:p>
          <a:p>
            <a:r>
              <a:rPr lang="bg-BG" dirty="0" smtClean="0"/>
              <a:t>София 1618</a:t>
            </a:r>
          </a:p>
          <a:p>
            <a:r>
              <a:rPr lang="bg-BG" dirty="0"/>
              <a:t>б</a:t>
            </a:r>
            <a:r>
              <a:rPr lang="bg-BG" dirty="0" smtClean="0"/>
              <a:t>ул. Цар Борис</a:t>
            </a:r>
            <a:r>
              <a:rPr lang="en-US" dirty="0" smtClean="0"/>
              <a:t> III</a:t>
            </a:r>
            <a:r>
              <a:rPr lang="bg-BG" dirty="0" smtClean="0"/>
              <a:t>, </a:t>
            </a:r>
            <a:r>
              <a:rPr lang="bg-BG" dirty="0" err="1" smtClean="0"/>
              <a:t>136А</a:t>
            </a:r>
            <a:endParaRPr lang="bg-BG" dirty="0" smtClean="0"/>
          </a:p>
          <a:p>
            <a:r>
              <a:rPr lang="bg-BG" dirty="0" smtClean="0"/>
              <a:t>тел: </a:t>
            </a:r>
            <a:r>
              <a:rPr lang="en-US" dirty="0" smtClean="0"/>
              <a:t>02 91 57 690</a:t>
            </a: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dirty="0"/>
              <a:t>ИЗПОЛЗВАНА ЛИТЕРАТУРА</a:t>
            </a:r>
          </a:p>
        </p:txBody>
      </p:sp>
      <p:sp>
        <p:nvSpPr>
          <p:cNvPr id="3" name="Text Placeholder 2"/>
          <p:cNvSpPr>
            <a:spLocks noGrp="1"/>
          </p:cNvSpPr>
          <p:nvPr>
            <p:ph type="body" sz="quarter" idx="10"/>
          </p:nvPr>
        </p:nvSpPr>
        <p:spPr>
          <a:xfrm>
            <a:off x="324000" y="1340603"/>
            <a:ext cx="8494713" cy="4741110"/>
          </a:xfrm>
        </p:spPr>
        <p:txBody>
          <a:bodyPr/>
          <a:lstStyle/>
          <a:p>
            <a:r>
              <a:rPr lang="en-US" sz="1400" dirty="0" smtClean="0"/>
              <a:t>XML</a:t>
            </a:r>
          </a:p>
          <a:p>
            <a:r>
              <a:rPr lang="en-US" sz="1400" dirty="0">
                <a:hlinkClick r:id="rId2"/>
              </a:rPr>
              <a:t>http://</a:t>
            </a:r>
            <a:r>
              <a:rPr lang="en-US" sz="1400" dirty="0" smtClean="0">
                <a:hlinkClick r:id="rId2"/>
              </a:rPr>
              <a:t>en.wikipedia.org/wiki/XML</a:t>
            </a:r>
            <a:r>
              <a:rPr lang="en-US" sz="1400" dirty="0" smtClean="0"/>
              <a:t> </a:t>
            </a:r>
            <a:endParaRPr lang="en-US" sz="1400" dirty="0"/>
          </a:p>
          <a:p>
            <a:r>
              <a:rPr lang="en-US" sz="1400" dirty="0" smtClean="0"/>
              <a:t>JAXP, DOM, SAX and </a:t>
            </a:r>
            <a:r>
              <a:rPr lang="en-US" sz="1400" dirty="0" err="1" smtClean="0"/>
              <a:t>StAX</a:t>
            </a:r>
            <a:r>
              <a:rPr lang="en-US" sz="1400" dirty="0" smtClean="0"/>
              <a:t> parsing</a:t>
            </a:r>
            <a:endParaRPr lang="en-US" sz="1400" dirty="0"/>
          </a:p>
          <a:p>
            <a:r>
              <a:rPr lang="en-US" sz="1400" dirty="0">
                <a:hlinkClick r:id="rId3"/>
              </a:rPr>
              <a:t>http://</a:t>
            </a:r>
            <a:r>
              <a:rPr lang="en-US" sz="1400" dirty="0" smtClean="0">
                <a:hlinkClick r:id="rId3"/>
              </a:rPr>
              <a:t>docs.oracle.com/javase/tutorial/jaxp</a:t>
            </a:r>
            <a:r>
              <a:rPr lang="bg-BG" sz="1400" dirty="0" smtClean="0"/>
              <a:t> </a:t>
            </a:r>
            <a:endParaRPr lang="en-US" sz="1400" dirty="0" smtClean="0"/>
          </a:p>
          <a:p>
            <a:r>
              <a:rPr lang="en-US" sz="1400" dirty="0" smtClean="0"/>
              <a:t>Parsing example</a:t>
            </a:r>
            <a:endParaRPr lang="en-US" sz="1400" dirty="0"/>
          </a:p>
          <a:p>
            <a:r>
              <a:rPr lang="en-US" sz="1400" dirty="0">
                <a:hlinkClick r:id="rId4"/>
              </a:rPr>
              <a:t>http://</a:t>
            </a:r>
            <a:r>
              <a:rPr lang="en-US" sz="1400" dirty="0" smtClean="0">
                <a:hlinkClick r:id="rId4"/>
              </a:rPr>
              <a:t>www.javacodegeeks.com/2013/05/parsing-xml-using-dom-sax-and-stax-parser-in-java.html</a:t>
            </a:r>
            <a:r>
              <a:rPr lang="en-US" sz="1400" dirty="0" smtClean="0"/>
              <a:t> </a:t>
            </a:r>
            <a:endParaRPr lang="en-US" sz="1400" dirty="0"/>
          </a:p>
          <a:p>
            <a:r>
              <a:rPr lang="en-US" sz="1400" dirty="0" smtClean="0"/>
              <a:t>Write XML</a:t>
            </a:r>
            <a:endParaRPr lang="en-US" sz="1400" dirty="0"/>
          </a:p>
          <a:p>
            <a:r>
              <a:rPr lang="en-US" sz="1400" dirty="0" smtClean="0">
                <a:hlinkClick r:id="rId5"/>
              </a:rPr>
              <a:t>http</a:t>
            </a:r>
            <a:r>
              <a:rPr lang="en-US" sz="1400" dirty="0">
                <a:hlinkClick r:id="rId5"/>
              </a:rPr>
              <a:t>://</a:t>
            </a:r>
            <a:r>
              <a:rPr lang="en-US" sz="1400" dirty="0" smtClean="0">
                <a:hlinkClick r:id="rId5"/>
              </a:rPr>
              <a:t>www.mkyong.com/java/how-to-create-xml-file-in-java-dom</a:t>
            </a:r>
            <a:endParaRPr lang="en-US" sz="1400" dirty="0" smtClean="0"/>
          </a:p>
          <a:p>
            <a:r>
              <a:rPr lang="en-US" sz="1400" dirty="0" smtClean="0"/>
              <a:t>JSON</a:t>
            </a:r>
          </a:p>
          <a:p>
            <a:r>
              <a:rPr lang="en-US" sz="1400" dirty="0">
                <a:hlinkClick r:id="rId6"/>
              </a:rPr>
              <a:t>http://www.json.org</a:t>
            </a:r>
            <a:r>
              <a:rPr lang="en-US" sz="1400" dirty="0" smtClean="0">
                <a:hlinkClick r:id="rId6"/>
              </a:rPr>
              <a:t>/</a:t>
            </a:r>
            <a:r>
              <a:rPr lang="en-US" sz="1400" dirty="0" smtClean="0"/>
              <a:t> </a:t>
            </a:r>
          </a:p>
          <a:p>
            <a:r>
              <a:rPr lang="en-US" sz="1400" dirty="0" smtClean="0"/>
              <a:t>JSONP</a:t>
            </a:r>
          </a:p>
          <a:p>
            <a:r>
              <a:rPr lang="en-US" sz="1400" dirty="0">
                <a:hlinkClick r:id="rId7"/>
              </a:rPr>
              <a:t>http://</a:t>
            </a:r>
            <a:r>
              <a:rPr lang="en-US" sz="1400" dirty="0" smtClean="0">
                <a:hlinkClick r:id="rId7"/>
              </a:rPr>
              <a:t>www.oracle.com/technetwork/articles/java/json-1973242.html</a:t>
            </a:r>
            <a:endParaRPr lang="en-US" sz="1400" dirty="0" smtClean="0"/>
          </a:p>
          <a:p>
            <a:endParaRPr lang="en-US" sz="1400" dirty="0"/>
          </a:p>
        </p:txBody>
      </p:sp>
    </p:spTree>
    <p:extLst>
      <p:ext uri="{BB962C8B-B14F-4D97-AF65-F5344CB8AC3E}">
        <p14:creationId xmlns:p14="http://schemas.microsoft.com/office/powerpoint/2010/main" val="3761975764"/>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Tree>
  </p:cSld>
  <p:clrMapOvr>
    <a:masterClrMapping/>
  </p:clrMapOvr>
  <p:transition spd="med"/>
  <p:timing>
    <p:tnLst>
      <p:par>
        <p:cTn id="1" dur="indefinite" restart="never" nodeType="tmRoot"/>
      </p:par>
    </p:tnLst>
  </p:timing>
</p:sld>
</file>

<file path=ppt/theme/theme1.xml><?xml version="1.0" encoding="utf-8"?>
<a:theme xmlns:a="http://schemas.openxmlformats.org/drawingml/2006/main" name="SAP_2012_v1.1">
  <a:themeElements>
    <a:clrScheme name="SAP_Colors2011_1.1">
      <a:dk1>
        <a:srgbClr val="000000"/>
      </a:dk1>
      <a:lt1>
        <a:srgbClr val="FFFFFF"/>
      </a:lt1>
      <a:dk2>
        <a:srgbClr val="0076CB"/>
      </a:dk2>
      <a:lt2>
        <a:srgbClr val="CCCCCC"/>
      </a:lt2>
      <a:accent1>
        <a:srgbClr val="F0AB00"/>
      </a:accent1>
      <a:accent2>
        <a:srgbClr val="666666"/>
      </a:accent2>
      <a:accent3>
        <a:srgbClr val="0076CB"/>
      </a:accent3>
      <a:accent4>
        <a:srgbClr val="4FB81C"/>
      </a:accent4>
      <a:accent5>
        <a:srgbClr val="E35500"/>
      </a:accent5>
      <a:accent6>
        <a:srgbClr val="760A85"/>
      </a:accent6>
      <a:hlink>
        <a:srgbClr val="666666"/>
      </a:hlink>
      <a:folHlink>
        <a:srgbClr val="CCCCCC"/>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1"/>
        </a:solidFill>
        <a:ln w="6350" algn="ctr">
          <a:noFill/>
          <a:miter lim="800000"/>
          <a:headEnd/>
          <a:tailEnd/>
        </a:ln>
      </a:spPr>
      <a:bodyPr lIns="90000" tIns="72000" rIns="90000" bIns="72000" rtlCol="0" anchor="ctr"/>
      <a:lstStyle>
        <a:defPPr marR="0" algn="ctr" defTabSz="914400" eaLnBrk="1" fontAlgn="base" latinLnBrk="0" hangingPunct="1">
          <a:lnSpc>
            <a:spcPct val="100000"/>
          </a:lnSpc>
          <a:spcBef>
            <a:spcPct val="50000"/>
          </a:spcBef>
          <a:spcAft>
            <a:spcPct val="0"/>
          </a:spcAft>
          <a:buClr>
            <a:srgbClr val="F0AB00"/>
          </a:buClr>
          <a:buSzPct val="80000"/>
          <a:tabLst/>
          <a:defRPr kumimoji="0" b="0" i="0" u="none" strike="noStrike" kern="0" cap="none" spc="0" normalizeH="0" baseline="0" noProof="0" dirty="0" smtClean="0">
            <a:ln>
              <a:noFill/>
            </a:ln>
            <a:effectLst/>
            <a:uLnTx/>
            <a:uFillTx/>
            <a:ea typeface="Arial Unicode MS" pitchFamily="34" charset="-128"/>
            <a:cs typeface="Arial Unicode MS" pitchFamily="34" charset="-128"/>
          </a:defRPr>
        </a:defPPr>
      </a:lstStyle>
    </a:spDef>
    <a:lnDef>
      <a:spPr>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fontAlgn="base">
          <a:spcBef>
            <a:spcPct val="50000"/>
          </a:spcBef>
          <a:spcAft>
            <a:spcPct val="0"/>
          </a:spcAft>
          <a:buClr>
            <a:srgbClr val="F0AB00"/>
          </a:buClr>
          <a:buSzPct val="80000"/>
          <a:defRPr sz="1800" kern="0" dirty="0" err="1" smtClean="0">
            <a:ea typeface="Arial Unicode MS" pitchFamily="34" charset="-128"/>
            <a:cs typeface="Arial Unicode MS" pitchFamily="34" charset="-128"/>
          </a:defRPr>
        </a:defPPr>
      </a:lstStyle>
    </a:txDef>
  </a:objectDefaults>
  <a:extraClrSchemeLst/>
</a:theme>
</file>

<file path=ppt/theme/theme2.xml><?xml version="1.0" encoding="utf-8"?>
<a:theme xmlns:a="http://schemas.openxmlformats.org/drawingml/2006/main" name="Office Theme">
  <a:themeElements>
    <a:clrScheme name="SAP_Colors2011">
      <a:dk1>
        <a:srgbClr val="000000"/>
      </a:dk1>
      <a:lt1>
        <a:srgbClr val="FFFFFF"/>
      </a:lt1>
      <a:dk2>
        <a:srgbClr val="00AFE3"/>
      </a:dk2>
      <a:lt2>
        <a:srgbClr val="CCCCCC"/>
      </a:lt2>
      <a:accent1>
        <a:srgbClr val="FDB913"/>
      </a:accent1>
      <a:accent2>
        <a:srgbClr val="626366"/>
      </a:accent2>
      <a:accent3>
        <a:srgbClr val="0082C9"/>
      </a:accent3>
      <a:accent4>
        <a:srgbClr val="4BBE44"/>
      </a:accent4>
      <a:accent5>
        <a:srgbClr val="B1D249"/>
      </a:accent5>
      <a:accent6>
        <a:srgbClr val="80298F"/>
      </a:accent6>
      <a:hlink>
        <a:srgbClr val="04357B"/>
      </a:hlink>
      <a:folHlink>
        <a:srgbClr val="999999"/>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SAP_Colors2011">
      <a:dk1>
        <a:srgbClr val="000000"/>
      </a:dk1>
      <a:lt1>
        <a:srgbClr val="FFFFFF"/>
      </a:lt1>
      <a:dk2>
        <a:srgbClr val="00AFE3"/>
      </a:dk2>
      <a:lt2>
        <a:srgbClr val="CCCCCC"/>
      </a:lt2>
      <a:accent1>
        <a:srgbClr val="FDB913"/>
      </a:accent1>
      <a:accent2>
        <a:srgbClr val="626366"/>
      </a:accent2>
      <a:accent3>
        <a:srgbClr val="0082C9"/>
      </a:accent3>
      <a:accent4>
        <a:srgbClr val="4BBE44"/>
      </a:accent4>
      <a:accent5>
        <a:srgbClr val="B1D249"/>
      </a:accent5>
      <a:accent6>
        <a:srgbClr val="80298F"/>
      </a:accent6>
      <a:hlink>
        <a:srgbClr val="04357B"/>
      </a:hlink>
      <a:folHlink>
        <a:srgbClr val="999999"/>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3782</TotalTime>
  <Words>1858</Words>
  <Application>Microsoft Office PowerPoint</Application>
  <PresentationFormat>On-screen Show (4:3)</PresentationFormat>
  <Paragraphs>491</Paragraphs>
  <Slides>42</Slides>
  <Notes>40</Notes>
  <HiddenSlides>1</HiddenSlides>
  <MMClips>0</MMClips>
  <ScaleCrop>false</ScaleCrop>
  <HeadingPairs>
    <vt:vector size="4" baseType="variant">
      <vt:variant>
        <vt:lpstr>Theme</vt:lpstr>
      </vt:variant>
      <vt:variant>
        <vt:i4>1</vt:i4>
      </vt:variant>
      <vt:variant>
        <vt:lpstr>Slide Titles</vt:lpstr>
      </vt:variant>
      <vt:variant>
        <vt:i4>42</vt:i4>
      </vt:variant>
    </vt:vector>
  </HeadingPairs>
  <TitlesOfParts>
    <vt:vector size="43" baseType="lpstr">
      <vt:lpstr>SAP_2012_v1.1</vt:lpstr>
      <vt:lpstr>Работа с XML и JSON</vt:lpstr>
      <vt:lpstr>Съдържание</vt:lpstr>
      <vt:lpstr>eXtensible Markup Language</vt:lpstr>
      <vt:lpstr>Примерен XML</vt:lpstr>
      <vt:lpstr>Въведение в JAXP</vt:lpstr>
      <vt:lpstr>Въведение в DOM</vt:lpstr>
      <vt:lpstr>Parse-ване на XML с DOM</vt:lpstr>
      <vt:lpstr>Зареждане на документа</vt:lpstr>
      <vt:lpstr>Обхождане на node-овете</vt:lpstr>
      <vt:lpstr>Обработка на даден елемент (1)</vt:lpstr>
      <vt:lpstr>Обработка на даден елемент (2)</vt:lpstr>
      <vt:lpstr>Въведение в SAX</vt:lpstr>
      <vt:lpstr>Parse-ване на XML със SAX</vt:lpstr>
      <vt:lpstr>ContentHandler интерфейсът</vt:lpstr>
      <vt:lpstr>Събитие за начало и край на документ</vt:lpstr>
      <vt:lpstr>Събитие за начало на елемент</vt:lpstr>
      <vt:lpstr>Събитие за съдържание на елемент</vt:lpstr>
      <vt:lpstr>Събитие за край на елемент</vt:lpstr>
      <vt:lpstr>Работа със SAX parser-а</vt:lpstr>
      <vt:lpstr>Обработка на грешки</vt:lpstr>
      <vt:lpstr>Инициализация на parser-а с error handler</vt:lpstr>
      <vt:lpstr>Въведение в StAX</vt:lpstr>
      <vt:lpstr>Сравнение с DOM и SAX</vt:lpstr>
      <vt:lpstr>Parse-ване на XML със StAX</vt:lpstr>
      <vt:lpstr>Зареждане на stream-а</vt:lpstr>
      <vt:lpstr>Обхождане на stream-а</vt:lpstr>
      <vt:lpstr>Събитие за начало на документ</vt:lpstr>
      <vt:lpstr>Събитие за начало на елемент</vt:lpstr>
      <vt:lpstr>Събитие за съдържание на елемент</vt:lpstr>
      <vt:lpstr>Събитие за край на елемент</vt:lpstr>
      <vt:lpstr>JavaScript Object Notation</vt:lpstr>
      <vt:lpstr>Примерен JSON</vt:lpstr>
      <vt:lpstr>Въведение в JSONP</vt:lpstr>
      <vt:lpstr>Object Model API – зареждане на документа</vt:lpstr>
      <vt:lpstr>Object Model API – навигиране по документа</vt:lpstr>
      <vt:lpstr>Object Model API – създаване на модел</vt:lpstr>
      <vt:lpstr>Object Model API – записване на обект</vt:lpstr>
      <vt:lpstr>Streaming API – четене на JSON</vt:lpstr>
      <vt:lpstr>Streaming API – записване на JSON</vt:lpstr>
      <vt:lpstr>Благодаря за вниманието!</vt:lpstr>
      <vt:lpstr>ИЗПОЛЗВАНА ЛИТЕРАТУРА</vt:lpstr>
      <vt:lpstr>PowerPoint Presentation</vt:lpstr>
    </vt:vector>
  </TitlesOfParts>
  <Company>SAP</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Short Presentation Title</dc:title>
  <dc:creator>Bitz, Heidi</dc:creator>
  <cp:lastModifiedBy>Ivanov, Ivan</cp:lastModifiedBy>
  <cp:revision>178</cp:revision>
  <dcterms:created xsi:type="dcterms:W3CDTF">2012-01-25T11:08:33Z</dcterms:created>
  <dcterms:modified xsi:type="dcterms:W3CDTF">2014-12-18T13:54:37Z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-962147141</vt:i4>
  </property>
  <property fmtid="{D5CDD505-2E9C-101B-9397-08002B2CF9AE}" pid="3" name="_NewReviewCycle">
    <vt:lpwstr/>
  </property>
  <property fmtid="{D5CDD505-2E9C-101B-9397-08002B2CF9AE}" pid="4" name="_EmailSubject">
    <vt:lpwstr>XML slides</vt:lpwstr>
  </property>
  <property fmtid="{D5CDD505-2E9C-101B-9397-08002B2CF9AE}" pid="5" name="_AuthorEmail">
    <vt:lpwstr>ivan.ivanov@sap.com</vt:lpwstr>
  </property>
  <property fmtid="{D5CDD505-2E9C-101B-9397-08002B2CF9AE}" pid="6" name="_AuthorEmailDisplayName">
    <vt:lpwstr>Ivanov, Ivan</vt:lpwstr>
  </property>
  <property fmtid="{D5CDD505-2E9C-101B-9397-08002B2CF9AE}" pid="7" name="_PreviousAdHocReviewCycleID">
    <vt:i4>259414791</vt:i4>
  </property>
</Properties>
</file>